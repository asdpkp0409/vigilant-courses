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4"/>
    <p:sldMasterId id="2147483767" r:id="rId5"/>
    <p:sldMasterId id="2147483849" r:id="rId6"/>
    <p:sldMasterId id="2147483879" r:id="rId7"/>
    <p:sldMasterId id="2147483914" r:id="rId8"/>
    <p:sldMasterId id="2147483964" r:id="rId9"/>
    <p:sldMasterId id="2147484012" r:id="rId10"/>
  </p:sldMasterIdLst>
  <p:notesMasterIdLst>
    <p:notesMasterId r:id="rId14"/>
  </p:notesMasterIdLst>
  <p:sldIdLst>
    <p:sldId id="2147482079" r:id="rId11"/>
    <p:sldId id="2147482201" r:id="rId12"/>
    <p:sldId id="2147482202" r:id="rId20"/>
    <p:sldId id="2147482203" r:id="rId21"/>
    <p:sldId id="2147482204" r:id="rId22"/>
    <p:sldId id="2147482205" r:id="rId23"/>
    <p:sldId id="2147482206" r:id="rId24"/>
    <p:sldId id="2147482207" r:id="rId25"/>
    <p:sldId id="2147482208" r:id="rId26"/>
    <p:sldId id="2147482209" r:id="rId27"/>
    <p:sldId id="2147482210" r:id="rId28"/>
    <p:sldId id="2147482211" r:id="rId29"/>
    <p:sldId id="2147482212" r:id="rId30"/>
    <p:sldId id="2147482213" r:id="rId31"/>
    <p:sldId id="2147482214" r:id="rId32"/>
    <p:sldId id="2147482215" r:id="rId33"/>
    <p:sldId id="2147482216" r:id="rId34"/>
    <p:sldId id="2147482217" r:id="rId35"/>
    <p:sldId id="2147482218" r:id="rId36"/>
    <p:sldId id="2147482219" r:id="rId37"/>
    <p:sldId id="2147482220" r:id="rId38"/>
    <p:sldId id="2147482221" r:id="rId39"/>
    <p:sldId id="2147482073" r:id="rId13"/>
  </p:sldIdLst>
  <p:sldSz cx="12192000" cy="6858000"/>
  <p:notesSz cx="7099300" cy="9385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anding Slides" id="{18B54EAF-D87A-4360-AC0D-4FD4036B9A05}">
          <p14:sldIdLst>
            <p14:sldId id="2147482079"/>
            <p14:sldId id="2147482201"/>
            <p14:sldId id="21474820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3F1EE"/>
    <a:srgbClr val="190039"/>
    <a:srgbClr val="CDD8E6"/>
    <a:srgbClr val="F8836F"/>
    <a:srgbClr val="F25C88"/>
    <a:srgbClr val="81B48F"/>
    <a:srgbClr val="7CD386"/>
    <a:srgbClr val="3CA995"/>
    <a:srgbClr val="7F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FECC5-3293-D0F2-BE51-AE4889451841}" v="19" dt="2026-02-25T00:16:35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47089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>
                <a:latin typeface="Roboto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47089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>
                <a:latin typeface="Roboto Medium" panose="02000000000000000000" pitchFamily="2" charset="0"/>
              </a:defRPr>
            </a:lvl1pPr>
          </a:lstStyle>
          <a:p>
            <a:fld id="{59418007-5AD7-48C7-B77D-E064DD25BD1D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29275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192" tIns="47096" rIns="94192" bIns="4709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516676"/>
            <a:ext cx="5679440" cy="3695462"/>
          </a:xfrm>
          <a:prstGeom prst="rect">
            <a:avLst/>
          </a:prstGeom>
        </p:spPr>
        <p:txBody>
          <a:bodyPr vert="horz" lIns="94192" tIns="47096" rIns="94192" bIns="4709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4407"/>
            <a:ext cx="3076363" cy="470894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>
                <a:latin typeface="Roboto Medium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8914407"/>
            <a:ext cx="3076363" cy="470894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>
                <a:latin typeface="Roboto Medium" panose="02000000000000000000" pitchFamily="2" charset="0"/>
              </a:defRPr>
            </a:lvl1pPr>
          </a:lstStyle>
          <a:p>
            <a:fld id="{3CDCC0D7-4B71-47E7-BF53-80B1FED71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8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 Medium" panose="02000000000000000000" pitchFamily="2" charset="0"/>
        <a:ea typeface="+mn-ea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0ABE0-A329-A932-6BFC-B725B886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8F4A1-483A-8DB8-C492-7CC6C0F72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87C22-1F71-CBB1-FD2F-EFE471DEF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43229-699B-39AD-D101-D81472F2A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DCC0D7-4B71-47E7-BF53-80B1FED71C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549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AA3C-C82A-CEC1-D1BF-9D8AF8B6B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618F-9F2D-F513-2EBC-91E4DDAAD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ACA-A29D-F6DF-A023-17D58A92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847C-3746-3C99-01BE-EC1E6C1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EA08-228A-E7C1-9EF8-B05196C5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9732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795C4C-26B4-119F-5935-1FC3798FDC62}"/>
              </a:ext>
            </a:extLst>
          </p:cNvPr>
          <p:cNvSpPr/>
          <p:nvPr userDrawn="1"/>
        </p:nvSpPr>
        <p:spPr>
          <a:xfrm>
            <a:off x="8375472" y="-3069"/>
            <a:ext cx="3816529" cy="6861069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ACA-A29D-F6DF-A023-17D58A92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847C-3746-3C99-01BE-EC1E6C1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EA08-228A-E7C1-9EF8-B05196C5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D95A4-BFEB-BD38-B3DD-8B5E82F8FDD1}"/>
              </a:ext>
            </a:extLst>
          </p:cNvPr>
          <p:cNvSpPr/>
          <p:nvPr userDrawn="1"/>
        </p:nvSpPr>
        <p:spPr>
          <a:xfrm>
            <a:off x="-1" y="-3068"/>
            <a:ext cx="2018149" cy="1902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F969F46-D7EB-526E-5752-42014F9F1CFB}"/>
              </a:ext>
            </a:extLst>
          </p:cNvPr>
          <p:cNvSpPr/>
          <p:nvPr userDrawn="1"/>
        </p:nvSpPr>
        <p:spPr>
          <a:xfrm flipV="1">
            <a:off x="910073" y="836712"/>
            <a:ext cx="10371853" cy="6021288"/>
          </a:xfrm>
          <a:custGeom>
            <a:avLst/>
            <a:gdLst>
              <a:gd name="connsiteX0" fmla="*/ 0 w 10369152"/>
              <a:gd name="connsiteY0" fmla="*/ 6021288 h 6021288"/>
              <a:gd name="connsiteX1" fmla="*/ 10369152 w 10369152"/>
              <a:gd name="connsiteY1" fmla="*/ 6021288 h 6021288"/>
              <a:gd name="connsiteX2" fmla="*/ 10369152 w 10369152"/>
              <a:gd name="connsiteY2" fmla="*/ 0 h 6021288"/>
              <a:gd name="connsiteX3" fmla="*/ 0 w 10369152"/>
              <a:gd name="connsiteY3" fmla="*/ 0 h 6021288"/>
              <a:gd name="connsiteX4" fmla="*/ 0 w 10369152"/>
              <a:gd name="connsiteY4" fmla="*/ 6021288 h 6021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69152" h="6021288">
                <a:moveTo>
                  <a:pt x="0" y="6021288"/>
                </a:moveTo>
                <a:lnTo>
                  <a:pt x="10369152" y="6021288"/>
                </a:lnTo>
                <a:lnTo>
                  <a:pt x="10369152" y="0"/>
                </a:lnTo>
                <a:lnTo>
                  <a:pt x="0" y="0"/>
                </a:lnTo>
                <a:lnTo>
                  <a:pt x="0" y="60212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9558560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AE9D-16CA-AF54-63AF-6834D915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92D1-1048-EF3A-1892-59BD022C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4ADA-F404-E682-9CDC-45D3297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1497-BC35-C972-5F1D-D66FDF91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E49C-3A52-5862-8EA4-30E9B203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4162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49E0-9A15-B155-FB48-31CDA0B7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BE90-F09B-E207-08DF-A9FF25D4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D43E-FCD3-A07D-9844-80C7DE4A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0BBF-6C62-5A6B-5A7F-6219155D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2FB9-5A8D-631E-D9C7-3B248DB2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4591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1492-316D-BBED-7637-099B3EBF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B40F-1664-7DCB-8EFD-D2A335D43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4B2C4-6F10-7086-5603-4892D13A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98E6-D8A0-E18E-8649-E7F46703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16B29-E0F3-E50B-1909-026CB94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3032F-B43D-1D69-00CE-B0D83F4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27006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18-8789-9202-67C2-BC055CF1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8B2B-F354-C08F-9CE3-F65FEC26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4065-8149-5E6B-F919-A24815BE9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0CEF4-89AA-B3EB-663A-B94B5558C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7CA33-105C-CFA0-E761-2E866AA4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6901E-5092-EC82-13C8-67EB899D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048B1-6649-7B3B-C426-F8146FE1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2DFD2-97F5-1EF9-2DE2-CD6CC6C6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7527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E5A8-157E-904E-46F8-DBE2C03E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0921B-8377-E876-3549-66C168B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C9FE-0A5E-69B4-B4A5-7BA85416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D461-0E86-E588-1AC1-681B2A3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7536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6C453-F971-1CDE-96FF-7F92630C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7C7A-B853-0821-7EB6-3B1FD61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FB2D-F42F-BF7C-C0AC-EEF3A4BF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7676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5D09-9CB8-D9FF-6B59-B69DB9CD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916-020C-BE1D-92D7-2623C2FF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53A10-3520-AA4B-552C-5BA1F89C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3C0B-8F68-8FA6-9276-24C1D17D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155EE-60C3-F061-A1CD-3A0557ED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BE57-75DF-2418-4A6C-B0101A4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130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189C-942E-0DDE-3913-79CB8FB1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2231F-CD7B-C56E-4391-57227ED1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F146C-DD54-593F-E7B5-03D96DB1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9EF4-53FC-3B18-D120-D222D848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41A1F-0AA8-77C4-6DDD-E9FF7B83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3B0A-B657-046A-1768-984E68F2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36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E75D-531D-5B37-FFF6-28FDDBE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4200B-4063-49A3-F671-A36E408D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8FD0-CF8A-77A4-A397-8B3E0E50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D89-8527-001F-E49C-F1154DED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D891-D914-EF02-E981-BF532DF6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2853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AB7D2-EE58-E673-0EE6-0A463C0B0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54645-B623-E792-A124-95154AA70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0727-6AC4-E1A4-4836-EFD5C900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F1AE-E8B6-C033-D3D2-48613ECF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CF28-09C8-3745-1433-BAC48FBC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9144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014B481-386F-44E4-88EA-6DFC7C0EC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1" y="609606"/>
            <a:ext cx="11146972" cy="1363662"/>
          </a:xfrm>
        </p:spPr>
        <p:txBody>
          <a:bodyPr>
            <a:noAutofit/>
          </a:bodyPr>
          <a:lstStyle>
            <a:lvl1pPr marL="0" indent="0" algn="l">
              <a:buNone/>
              <a:defRPr sz="2302">
                <a:latin typeface="Roboto Medium" panose="02000000000000000000" pitchFamily="2" charset="0"/>
              </a:defRPr>
            </a:lvl1pPr>
            <a:lvl2pPr>
              <a:defRPr>
                <a:latin typeface="Montserrat Light" panose="00000400000000000000" pitchFamily="50" charset="0"/>
              </a:defRPr>
            </a:lvl2pPr>
            <a:lvl3pPr>
              <a:defRPr>
                <a:latin typeface="Montserrat Light" panose="00000400000000000000" pitchFamily="50" charset="0"/>
              </a:defRPr>
            </a:lvl3pPr>
            <a:lvl4pPr>
              <a:defRPr>
                <a:latin typeface="Montserrat Light" panose="00000400000000000000" pitchFamily="50" charset="0"/>
              </a:defRPr>
            </a:lvl4pPr>
            <a:lvl5pPr>
              <a:defRPr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6742FB-956E-4805-9A6F-7C7A99EDE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6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www.yourcompany.com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736A02-9190-4EC6-9260-E5D773BF5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89991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1">
                <a:solidFill>
                  <a:srgbClr val="FEA81E"/>
                </a:solidFill>
              </a:defRPr>
            </a:lvl1pPr>
          </a:lstStyle>
          <a:p>
            <a:fld id="{301888BD-454B-9140-A72D-361EE4519B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4522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732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317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335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6EE0973-D745-E014-3ADA-1709706E4D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111169"/>
            <a:ext cx="4870450" cy="5305506"/>
          </a:xfrm>
          <a:prstGeom prst="roundRect">
            <a:avLst>
              <a:gd name="adj" fmla="val 3359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0679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9917563-335D-909D-F17A-5E0705651C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5474" y="1624781"/>
            <a:ext cx="4571648" cy="227584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948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7382EA9F-1511-4AFB-10D6-2DD3A08511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70894" y="1688698"/>
            <a:ext cx="2636029" cy="4551651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F7E59CD-9BD3-90E9-AE83-5A33DC6D6F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859" y="2725337"/>
            <a:ext cx="2636029" cy="1590996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2148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011DB0C-9AAD-C489-5D8D-C9DE0F0041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52680" y="1598418"/>
            <a:ext cx="4777147" cy="293678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7710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849800E-2901-092F-E525-4F34929862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727" y="4657067"/>
            <a:ext cx="1543314" cy="1422383"/>
          </a:xfrm>
          <a:prstGeom prst="roundRect">
            <a:avLst>
              <a:gd name="adj" fmla="val 11841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5DCDD4BB-B426-DC08-B2E1-4545D3ECD7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35554" y="1685873"/>
            <a:ext cx="4572285" cy="2550847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078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01948E-D4F9-8387-CD0C-20B9ADFA200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2550" y="1664823"/>
            <a:ext cx="5421524" cy="209371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2004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458BE509-50EF-066C-7A2D-0805B5149C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86153" y="2628391"/>
            <a:ext cx="3162934" cy="2706063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861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B9E26FA-8D41-607A-97A4-FB3B67828A1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23002" y="1853662"/>
            <a:ext cx="2958844" cy="2461112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0772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428E402-430F-3C06-7E63-EC77A9925DF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76416" y="1944860"/>
            <a:ext cx="4284993" cy="267519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835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331465C-0AEF-D52F-FD60-431B4DF927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4434" y="1681164"/>
            <a:ext cx="2550515" cy="895781"/>
          </a:xfrm>
          <a:prstGeom prst="roundRect">
            <a:avLst>
              <a:gd name="adj" fmla="val 10186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6754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9EF9055-E4D4-F47C-B91E-9D457C90A0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50302" y="4056373"/>
            <a:ext cx="4942460" cy="2275840"/>
          </a:xfrm>
          <a:prstGeom prst="roundRect">
            <a:avLst>
              <a:gd name="adj" fmla="val 510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1674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9B265D-58AB-551A-ABFC-DFC7388B43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209801" y="1492741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123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745CCBB-A7BC-125E-FB55-98B570D885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256296" y="4685628"/>
            <a:ext cx="2238230" cy="1422383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3769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7825F29-C514-D385-7D27-10E2F478C5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9550" y="3615627"/>
            <a:ext cx="1720437" cy="2477814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989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821FFD2A-D1B0-BE42-63D9-EFA7BC55B9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83575" y="3429001"/>
            <a:ext cx="7165513" cy="2879714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250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8832958D-1705-4BA4-19AA-D71D887536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4795" y="1658075"/>
            <a:ext cx="6948669" cy="2717156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4623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45A8B2F-6EAD-E9F4-D5D0-CEA59A83367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6051" y="1592636"/>
            <a:ext cx="1987531" cy="2300239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795876F-21C5-3831-2AF4-96B70F4C69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7330" y="4259665"/>
            <a:ext cx="2518326" cy="172563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9244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CC2E1B72-8389-03E9-982D-5AD9F72546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28396" y="1492741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688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8F14B1-71B6-0C72-543C-618537690F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295" y="2718367"/>
            <a:ext cx="3416769" cy="2425765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8820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FA3AA00-1D34-07C2-F50D-0977E10F889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37745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B7CAF6D8-2A0E-EEB5-A840-2E4BB0AC674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68243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E291667A-6E60-8B08-9936-75E5BDD9F30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08421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721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772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F724A48-24EA-5A79-70FA-B188E62AF25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391" y="1887795"/>
            <a:ext cx="2418912" cy="188875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65BEFB53-BD6D-2644-CB51-F98C0C6007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391" y="4260655"/>
            <a:ext cx="2418912" cy="188875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093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EDEAC72-782A-670D-64E9-E1501F568A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4045" y="1740913"/>
            <a:ext cx="2723408" cy="262643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3336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1EE91D-EF4A-34A2-B325-B9884586A7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9106" y="3886297"/>
            <a:ext cx="5974082" cy="230141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5662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2E1E0CB-98A0-36CC-347B-2ABD38C3EF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064" y="1336876"/>
            <a:ext cx="5430941" cy="3734854"/>
          </a:xfrm>
          <a:prstGeom prst="roundRect">
            <a:avLst>
              <a:gd name="adj" fmla="val 3544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3124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8938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ig Picture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BCD3933-52DF-4AAB-9CAC-806D351D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951" y="6556248"/>
            <a:ext cx="381760" cy="182880"/>
          </a:xfrm>
          <a:prstGeom prst="rect">
            <a:avLst/>
          </a:prstGeom>
        </p:spPr>
        <p:txBody>
          <a:bodyPr/>
          <a:lstStyle/>
          <a:p>
            <a:fld id="{301888BD-454B-9140-A72D-361EE4519B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1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C23F2A4-93C0-4E8F-BA2E-4F2F5218D7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528457"/>
            <a:ext cx="12192000" cy="2329543"/>
          </a:xfrm>
          <a:custGeom>
            <a:avLst/>
            <a:gdLst>
              <a:gd name="connsiteX0" fmla="*/ 0 w 12192000"/>
              <a:gd name="connsiteY0" fmla="*/ 0 h 2329543"/>
              <a:gd name="connsiteX1" fmla="*/ 12192000 w 12192000"/>
              <a:gd name="connsiteY1" fmla="*/ 0 h 2329543"/>
              <a:gd name="connsiteX2" fmla="*/ 12192000 w 12192000"/>
              <a:gd name="connsiteY2" fmla="*/ 2329543 h 2329543"/>
              <a:gd name="connsiteX3" fmla="*/ 0 w 12192000"/>
              <a:gd name="connsiteY3" fmla="*/ 2329543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29543">
                <a:moveTo>
                  <a:pt x="0" y="0"/>
                </a:moveTo>
                <a:lnTo>
                  <a:pt x="12192000" y="0"/>
                </a:lnTo>
                <a:lnTo>
                  <a:pt x="12192000" y="2329543"/>
                </a:lnTo>
                <a:lnTo>
                  <a:pt x="0" y="23295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0341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ADDA86-5479-4382-8073-CFE7498D1F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8539" y="2151603"/>
            <a:ext cx="2513330" cy="1408820"/>
          </a:xfrm>
          <a:custGeom>
            <a:avLst/>
            <a:gdLst>
              <a:gd name="connsiteX0" fmla="*/ 110733 w 2513330"/>
              <a:gd name="connsiteY0" fmla="*/ 0 h 1408820"/>
              <a:gd name="connsiteX1" fmla="*/ 2402597 w 2513330"/>
              <a:gd name="connsiteY1" fmla="*/ 0 h 1408820"/>
              <a:gd name="connsiteX2" fmla="*/ 2513330 w 2513330"/>
              <a:gd name="connsiteY2" fmla="*/ 110733 h 1408820"/>
              <a:gd name="connsiteX3" fmla="*/ 2513330 w 2513330"/>
              <a:gd name="connsiteY3" fmla="*/ 1298087 h 1408820"/>
              <a:gd name="connsiteX4" fmla="*/ 2402597 w 2513330"/>
              <a:gd name="connsiteY4" fmla="*/ 1408820 h 1408820"/>
              <a:gd name="connsiteX5" fmla="*/ 110733 w 2513330"/>
              <a:gd name="connsiteY5" fmla="*/ 1408820 h 1408820"/>
              <a:gd name="connsiteX6" fmla="*/ 0 w 2513330"/>
              <a:gd name="connsiteY6" fmla="*/ 1298087 h 1408820"/>
              <a:gd name="connsiteX7" fmla="*/ 0 w 2513330"/>
              <a:gd name="connsiteY7" fmla="*/ 110733 h 1408820"/>
              <a:gd name="connsiteX8" fmla="*/ 110733 w 2513330"/>
              <a:gd name="connsiteY8" fmla="*/ 0 h 140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3330" h="1408820">
                <a:moveTo>
                  <a:pt x="110733" y="0"/>
                </a:moveTo>
                <a:lnTo>
                  <a:pt x="2402597" y="0"/>
                </a:lnTo>
                <a:cubicBezTo>
                  <a:pt x="2463753" y="0"/>
                  <a:pt x="2513330" y="49577"/>
                  <a:pt x="2513330" y="110733"/>
                </a:cubicBezTo>
                <a:lnTo>
                  <a:pt x="2513330" y="1298087"/>
                </a:lnTo>
                <a:cubicBezTo>
                  <a:pt x="2513330" y="1359243"/>
                  <a:pt x="2463753" y="1408820"/>
                  <a:pt x="2402597" y="1408820"/>
                </a:cubicBezTo>
                <a:lnTo>
                  <a:pt x="110733" y="1408820"/>
                </a:lnTo>
                <a:cubicBezTo>
                  <a:pt x="49577" y="1408820"/>
                  <a:pt x="0" y="1359243"/>
                  <a:pt x="0" y="1298087"/>
                </a:cubicBezTo>
                <a:lnTo>
                  <a:pt x="0" y="110733"/>
                </a:lnTo>
                <a:cubicBezTo>
                  <a:pt x="0" y="49577"/>
                  <a:pt x="49577" y="0"/>
                  <a:pt x="1107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9625F6D-D897-421B-B50D-CF874940ED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08539" y="4413265"/>
            <a:ext cx="2513330" cy="1408820"/>
          </a:xfrm>
          <a:custGeom>
            <a:avLst/>
            <a:gdLst>
              <a:gd name="connsiteX0" fmla="*/ 110733 w 2513330"/>
              <a:gd name="connsiteY0" fmla="*/ 0 h 1408820"/>
              <a:gd name="connsiteX1" fmla="*/ 2402597 w 2513330"/>
              <a:gd name="connsiteY1" fmla="*/ 0 h 1408820"/>
              <a:gd name="connsiteX2" fmla="*/ 2513330 w 2513330"/>
              <a:gd name="connsiteY2" fmla="*/ 110733 h 1408820"/>
              <a:gd name="connsiteX3" fmla="*/ 2513330 w 2513330"/>
              <a:gd name="connsiteY3" fmla="*/ 1298087 h 1408820"/>
              <a:gd name="connsiteX4" fmla="*/ 2402597 w 2513330"/>
              <a:gd name="connsiteY4" fmla="*/ 1408820 h 1408820"/>
              <a:gd name="connsiteX5" fmla="*/ 110733 w 2513330"/>
              <a:gd name="connsiteY5" fmla="*/ 1408820 h 1408820"/>
              <a:gd name="connsiteX6" fmla="*/ 0 w 2513330"/>
              <a:gd name="connsiteY6" fmla="*/ 1298087 h 1408820"/>
              <a:gd name="connsiteX7" fmla="*/ 0 w 2513330"/>
              <a:gd name="connsiteY7" fmla="*/ 110733 h 1408820"/>
              <a:gd name="connsiteX8" fmla="*/ 110733 w 2513330"/>
              <a:gd name="connsiteY8" fmla="*/ 0 h 140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3330" h="1408820">
                <a:moveTo>
                  <a:pt x="110733" y="0"/>
                </a:moveTo>
                <a:lnTo>
                  <a:pt x="2402597" y="0"/>
                </a:lnTo>
                <a:cubicBezTo>
                  <a:pt x="2463753" y="0"/>
                  <a:pt x="2513330" y="49577"/>
                  <a:pt x="2513330" y="110733"/>
                </a:cubicBezTo>
                <a:lnTo>
                  <a:pt x="2513330" y="1298087"/>
                </a:lnTo>
                <a:cubicBezTo>
                  <a:pt x="2513330" y="1359243"/>
                  <a:pt x="2463753" y="1408820"/>
                  <a:pt x="2402597" y="1408820"/>
                </a:cubicBezTo>
                <a:lnTo>
                  <a:pt x="110733" y="1408820"/>
                </a:lnTo>
                <a:cubicBezTo>
                  <a:pt x="49577" y="1408820"/>
                  <a:pt x="0" y="1359243"/>
                  <a:pt x="0" y="1298087"/>
                </a:cubicBezTo>
                <a:lnTo>
                  <a:pt x="0" y="110733"/>
                </a:lnTo>
                <a:cubicBezTo>
                  <a:pt x="0" y="49577"/>
                  <a:pt x="49577" y="0"/>
                  <a:pt x="1107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55645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62EE217-7925-40B9-9703-1CE65328AF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9688" y="708710"/>
            <a:ext cx="3149600" cy="1538514"/>
          </a:xfrm>
          <a:custGeom>
            <a:avLst/>
            <a:gdLst>
              <a:gd name="connsiteX0" fmla="*/ 109127 w 3149600"/>
              <a:gd name="connsiteY0" fmla="*/ 0 h 1538514"/>
              <a:gd name="connsiteX1" fmla="*/ 3040473 w 3149600"/>
              <a:gd name="connsiteY1" fmla="*/ 0 h 1538514"/>
              <a:gd name="connsiteX2" fmla="*/ 3149600 w 3149600"/>
              <a:gd name="connsiteY2" fmla="*/ 109127 h 1538514"/>
              <a:gd name="connsiteX3" fmla="*/ 3149600 w 3149600"/>
              <a:gd name="connsiteY3" fmla="*/ 1429387 h 1538514"/>
              <a:gd name="connsiteX4" fmla="*/ 3040473 w 3149600"/>
              <a:gd name="connsiteY4" fmla="*/ 1538514 h 1538514"/>
              <a:gd name="connsiteX5" fmla="*/ 109127 w 3149600"/>
              <a:gd name="connsiteY5" fmla="*/ 1538514 h 1538514"/>
              <a:gd name="connsiteX6" fmla="*/ 0 w 3149600"/>
              <a:gd name="connsiteY6" fmla="*/ 1429387 h 1538514"/>
              <a:gd name="connsiteX7" fmla="*/ 0 w 3149600"/>
              <a:gd name="connsiteY7" fmla="*/ 109127 h 1538514"/>
              <a:gd name="connsiteX8" fmla="*/ 109127 w 3149600"/>
              <a:gd name="connsiteY8" fmla="*/ 0 h 15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9600" h="1538514">
                <a:moveTo>
                  <a:pt x="109127" y="0"/>
                </a:moveTo>
                <a:lnTo>
                  <a:pt x="3040473" y="0"/>
                </a:lnTo>
                <a:cubicBezTo>
                  <a:pt x="3100742" y="0"/>
                  <a:pt x="3149600" y="48858"/>
                  <a:pt x="3149600" y="109127"/>
                </a:cubicBezTo>
                <a:lnTo>
                  <a:pt x="3149600" y="1429387"/>
                </a:lnTo>
                <a:cubicBezTo>
                  <a:pt x="3149600" y="1489656"/>
                  <a:pt x="3100742" y="1538514"/>
                  <a:pt x="3040473" y="1538514"/>
                </a:cubicBezTo>
                <a:lnTo>
                  <a:pt x="109127" y="1538514"/>
                </a:lnTo>
                <a:cubicBezTo>
                  <a:pt x="48858" y="1538514"/>
                  <a:pt x="0" y="1489656"/>
                  <a:pt x="0" y="1429387"/>
                </a:cubicBezTo>
                <a:lnTo>
                  <a:pt x="0" y="109127"/>
                </a:lnTo>
                <a:cubicBezTo>
                  <a:pt x="0" y="48858"/>
                  <a:pt x="48858" y="0"/>
                  <a:pt x="1091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0AD3586-9D38-422F-AA77-E085B182D2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8315" y="2659743"/>
            <a:ext cx="3149600" cy="1538514"/>
          </a:xfrm>
          <a:custGeom>
            <a:avLst/>
            <a:gdLst>
              <a:gd name="connsiteX0" fmla="*/ 109127 w 3149600"/>
              <a:gd name="connsiteY0" fmla="*/ 0 h 1538514"/>
              <a:gd name="connsiteX1" fmla="*/ 3040473 w 3149600"/>
              <a:gd name="connsiteY1" fmla="*/ 0 h 1538514"/>
              <a:gd name="connsiteX2" fmla="*/ 3149600 w 3149600"/>
              <a:gd name="connsiteY2" fmla="*/ 109127 h 1538514"/>
              <a:gd name="connsiteX3" fmla="*/ 3149600 w 3149600"/>
              <a:gd name="connsiteY3" fmla="*/ 1429387 h 1538514"/>
              <a:gd name="connsiteX4" fmla="*/ 3040473 w 3149600"/>
              <a:gd name="connsiteY4" fmla="*/ 1538514 h 1538514"/>
              <a:gd name="connsiteX5" fmla="*/ 109127 w 3149600"/>
              <a:gd name="connsiteY5" fmla="*/ 1538514 h 1538514"/>
              <a:gd name="connsiteX6" fmla="*/ 0 w 3149600"/>
              <a:gd name="connsiteY6" fmla="*/ 1429387 h 1538514"/>
              <a:gd name="connsiteX7" fmla="*/ 0 w 3149600"/>
              <a:gd name="connsiteY7" fmla="*/ 109127 h 1538514"/>
              <a:gd name="connsiteX8" fmla="*/ 109127 w 3149600"/>
              <a:gd name="connsiteY8" fmla="*/ 0 h 15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9600" h="1538514">
                <a:moveTo>
                  <a:pt x="109127" y="0"/>
                </a:moveTo>
                <a:lnTo>
                  <a:pt x="3040473" y="0"/>
                </a:lnTo>
                <a:cubicBezTo>
                  <a:pt x="3100742" y="0"/>
                  <a:pt x="3149600" y="48858"/>
                  <a:pt x="3149600" y="109127"/>
                </a:cubicBezTo>
                <a:lnTo>
                  <a:pt x="3149600" y="1429387"/>
                </a:lnTo>
                <a:cubicBezTo>
                  <a:pt x="3149600" y="1489656"/>
                  <a:pt x="3100742" y="1538514"/>
                  <a:pt x="3040473" y="1538514"/>
                </a:cubicBezTo>
                <a:lnTo>
                  <a:pt x="109127" y="1538514"/>
                </a:lnTo>
                <a:cubicBezTo>
                  <a:pt x="48858" y="1538514"/>
                  <a:pt x="0" y="1489656"/>
                  <a:pt x="0" y="1429387"/>
                </a:cubicBezTo>
                <a:lnTo>
                  <a:pt x="0" y="109127"/>
                </a:lnTo>
                <a:cubicBezTo>
                  <a:pt x="0" y="48858"/>
                  <a:pt x="48858" y="0"/>
                  <a:pt x="1091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C64302F-64BF-4E4C-B46E-5E2EF60034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9688" y="4610776"/>
            <a:ext cx="3149600" cy="1538514"/>
          </a:xfrm>
          <a:custGeom>
            <a:avLst/>
            <a:gdLst>
              <a:gd name="connsiteX0" fmla="*/ 109127 w 3149600"/>
              <a:gd name="connsiteY0" fmla="*/ 0 h 1538514"/>
              <a:gd name="connsiteX1" fmla="*/ 3040473 w 3149600"/>
              <a:gd name="connsiteY1" fmla="*/ 0 h 1538514"/>
              <a:gd name="connsiteX2" fmla="*/ 3149600 w 3149600"/>
              <a:gd name="connsiteY2" fmla="*/ 109127 h 1538514"/>
              <a:gd name="connsiteX3" fmla="*/ 3149600 w 3149600"/>
              <a:gd name="connsiteY3" fmla="*/ 1429387 h 1538514"/>
              <a:gd name="connsiteX4" fmla="*/ 3040473 w 3149600"/>
              <a:gd name="connsiteY4" fmla="*/ 1538514 h 1538514"/>
              <a:gd name="connsiteX5" fmla="*/ 109127 w 3149600"/>
              <a:gd name="connsiteY5" fmla="*/ 1538514 h 1538514"/>
              <a:gd name="connsiteX6" fmla="*/ 0 w 3149600"/>
              <a:gd name="connsiteY6" fmla="*/ 1429387 h 1538514"/>
              <a:gd name="connsiteX7" fmla="*/ 0 w 3149600"/>
              <a:gd name="connsiteY7" fmla="*/ 109127 h 1538514"/>
              <a:gd name="connsiteX8" fmla="*/ 109127 w 3149600"/>
              <a:gd name="connsiteY8" fmla="*/ 0 h 15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9600" h="1538514">
                <a:moveTo>
                  <a:pt x="109127" y="0"/>
                </a:moveTo>
                <a:lnTo>
                  <a:pt x="3040473" y="0"/>
                </a:lnTo>
                <a:cubicBezTo>
                  <a:pt x="3100742" y="0"/>
                  <a:pt x="3149600" y="48858"/>
                  <a:pt x="3149600" y="109127"/>
                </a:cubicBezTo>
                <a:lnTo>
                  <a:pt x="3149600" y="1429387"/>
                </a:lnTo>
                <a:cubicBezTo>
                  <a:pt x="3149600" y="1489656"/>
                  <a:pt x="3100742" y="1538514"/>
                  <a:pt x="3040473" y="1538514"/>
                </a:cubicBezTo>
                <a:lnTo>
                  <a:pt x="109127" y="1538514"/>
                </a:lnTo>
                <a:cubicBezTo>
                  <a:pt x="48858" y="1538514"/>
                  <a:pt x="0" y="1489656"/>
                  <a:pt x="0" y="1429387"/>
                </a:cubicBezTo>
                <a:lnTo>
                  <a:pt x="0" y="109127"/>
                </a:lnTo>
                <a:cubicBezTo>
                  <a:pt x="0" y="48858"/>
                  <a:pt x="48858" y="0"/>
                  <a:pt x="1091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91911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3FB589-BDD4-47A9-A92F-5BB0CA34BE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3578" y="2146300"/>
            <a:ext cx="3083051" cy="3318274"/>
          </a:xfrm>
          <a:custGeom>
            <a:avLst/>
            <a:gdLst>
              <a:gd name="connsiteX0" fmla="*/ 136487 w 3083051"/>
              <a:gd name="connsiteY0" fmla="*/ 0 h 3318274"/>
              <a:gd name="connsiteX1" fmla="*/ 2946564 w 3083051"/>
              <a:gd name="connsiteY1" fmla="*/ 0 h 3318274"/>
              <a:gd name="connsiteX2" fmla="*/ 3083051 w 3083051"/>
              <a:gd name="connsiteY2" fmla="*/ 136487 h 3318274"/>
              <a:gd name="connsiteX3" fmla="*/ 3083051 w 3083051"/>
              <a:gd name="connsiteY3" fmla="*/ 3181787 h 3318274"/>
              <a:gd name="connsiteX4" fmla="*/ 2946564 w 3083051"/>
              <a:gd name="connsiteY4" fmla="*/ 3318274 h 3318274"/>
              <a:gd name="connsiteX5" fmla="*/ 136487 w 3083051"/>
              <a:gd name="connsiteY5" fmla="*/ 3318274 h 3318274"/>
              <a:gd name="connsiteX6" fmla="*/ 0 w 3083051"/>
              <a:gd name="connsiteY6" fmla="*/ 3181787 h 3318274"/>
              <a:gd name="connsiteX7" fmla="*/ 0 w 3083051"/>
              <a:gd name="connsiteY7" fmla="*/ 136487 h 3318274"/>
              <a:gd name="connsiteX8" fmla="*/ 136487 w 3083051"/>
              <a:gd name="connsiteY8" fmla="*/ 0 h 331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83051" h="3318274">
                <a:moveTo>
                  <a:pt x="136487" y="0"/>
                </a:moveTo>
                <a:lnTo>
                  <a:pt x="2946564" y="0"/>
                </a:lnTo>
                <a:cubicBezTo>
                  <a:pt x="3021944" y="0"/>
                  <a:pt x="3083051" y="61107"/>
                  <a:pt x="3083051" y="136487"/>
                </a:cubicBezTo>
                <a:lnTo>
                  <a:pt x="3083051" y="3181787"/>
                </a:lnTo>
                <a:cubicBezTo>
                  <a:pt x="3083051" y="3257167"/>
                  <a:pt x="3021944" y="3318274"/>
                  <a:pt x="2946564" y="3318274"/>
                </a:cubicBezTo>
                <a:lnTo>
                  <a:pt x="136487" y="3318274"/>
                </a:lnTo>
                <a:cubicBezTo>
                  <a:pt x="61107" y="3318274"/>
                  <a:pt x="0" y="3257167"/>
                  <a:pt x="0" y="3181787"/>
                </a:cubicBezTo>
                <a:lnTo>
                  <a:pt x="0" y="136487"/>
                </a:lnTo>
                <a:cubicBezTo>
                  <a:pt x="0" y="61107"/>
                  <a:pt x="61107" y="0"/>
                  <a:pt x="13648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76714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F24294E-7955-4868-A8A5-694A006190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1115" y="4930917"/>
            <a:ext cx="3352800" cy="1038286"/>
          </a:xfrm>
          <a:custGeom>
            <a:avLst/>
            <a:gdLst>
              <a:gd name="connsiteX0" fmla="*/ 114990 w 3352800"/>
              <a:gd name="connsiteY0" fmla="*/ 0 h 1038286"/>
              <a:gd name="connsiteX1" fmla="*/ 3237810 w 3352800"/>
              <a:gd name="connsiteY1" fmla="*/ 0 h 1038286"/>
              <a:gd name="connsiteX2" fmla="*/ 3352800 w 3352800"/>
              <a:gd name="connsiteY2" fmla="*/ 114990 h 1038286"/>
              <a:gd name="connsiteX3" fmla="*/ 3352800 w 3352800"/>
              <a:gd name="connsiteY3" fmla="*/ 923296 h 1038286"/>
              <a:gd name="connsiteX4" fmla="*/ 3237810 w 3352800"/>
              <a:gd name="connsiteY4" fmla="*/ 1038286 h 1038286"/>
              <a:gd name="connsiteX5" fmla="*/ 114990 w 3352800"/>
              <a:gd name="connsiteY5" fmla="*/ 1038286 h 1038286"/>
              <a:gd name="connsiteX6" fmla="*/ 0 w 3352800"/>
              <a:gd name="connsiteY6" fmla="*/ 923296 h 1038286"/>
              <a:gd name="connsiteX7" fmla="*/ 0 w 3352800"/>
              <a:gd name="connsiteY7" fmla="*/ 114990 h 1038286"/>
              <a:gd name="connsiteX8" fmla="*/ 114990 w 3352800"/>
              <a:gd name="connsiteY8" fmla="*/ 0 h 103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2800" h="1038286">
                <a:moveTo>
                  <a:pt x="114990" y="0"/>
                </a:moveTo>
                <a:lnTo>
                  <a:pt x="3237810" y="0"/>
                </a:lnTo>
                <a:cubicBezTo>
                  <a:pt x="3301317" y="0"/>
                  <a:pt x="3352800" y="51483"/>
                  <a:pt x="3352800" y="114990"/>
                </a:cubicBezTo>
                <a:lnTo>
                  <a:pt x="3352800" y="923296"/>
                </a:lnTo>
                <a:cubicBezTo>
                  <a:pt x="3352800" y="986803"/>
                  <a:pt x="3301317" y="1038286"/>
                  <a:pt x="3237810" y="1038286"/>
                </a:cubicBezTo>
                <a:lnTo>
                  <a:pt x="114990" y="1038286"/>
                </a:lnTo>
                <a:cubicBezTo>
                  <a:pt x="51483" y="1038286"/>
                  <a:pt x="0" y="986803"/>
                  <a:pt x="0" y="923296"/>
                </a:cubicBezTo>
                <a:lnTo>
                  <a:pt x="0" y="114990"/>
                </a:lnTo>
                <a:cubicBezTo>
                  <a:pt x="0" y="51483"/>
                  <a:pt x="51483" y="0"/>
                  <a:pt x="1149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74C3370-664F-4AE9-8AED-5DFE3DBD06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24600" y="4930917"/>
            <a:ext cx="3352800" cy="1038286"/>
          </a:xfrm>
          <a:custGeom>
            <a:avLst/>
            <a:gdLst>
              <a:gd name="connsiteX0" fmla="*/ 114990 w 3352800"/>
              <a:gd name="connsiteY0" fmla="*/ 0 h 1038286"/>
              <a:gd name="connsiteX1" fmla="*/ 3237810 w 3352800"/>
              <a:gd name="connsiteY1" fmla="*/ 0 h 1038286"/>
              <a:gd name="connsiteX2" fmla="*/ 3352800 w 3352800"/>
              <a:gd name="connsiteY2" fmla="*/ 114990 h 1038286"/>
              <a:gd name="connsiteX3" fmla="*/ 3352800 w 3352800"/>
              <a:gd name="connsiteY3" fmla="*/ 923296 h 1038286"/>
              <a:gd name="connsiteX4" fmla="*/ 3237810 w 3352800"/>
              <a:gd name="connsiteY4" fmla="*/ 1038286 h 1038286"/>
              <a:gd name="connsiteX5" fmla="*/ 114990 w 3352800"/>
              <a:gd name="connsiteY5" fmla="*/ 1038286 h 1038286"/>
              <a:gd name="connsiteX6" fmla="*/ 0 w 3352800"/>
              <a:gd name="connsiteY6" fmla="*/ 923296 h 1038286"/>
              <a:gd name="connsiteX7" fmla="*/ 0 w 3352800"/>
              <a:gd name="connsiteY7" fmla="*/ 114990 h 1038286"/>
              <a:gd name="connsiteX8" fmla="*/ 114990 w 3352800"/>
              <a:gd name="connsiteY8" fmla="*/ 0 h 103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2800" h="1038286">
                <a:moveTo>
                  <a:pt x="114990" y="0"/>
                </a:moveTo>
                <a:lnTo>
                  <a:pt x="3237810" y="0"/>
                </a:lnTo>
                <a:cubicBezTo>
                  <a:pt x="3301317" y="0"/>
                  <a:pt x="3352800" y="51483"/>
                  <a:pt x="3352800" y="114990"/>
                </a:cubicBezTo>
                <a:lnTo>
                  <a:pt x="3352800" y="923296"/>
                </a:lnTo>
                <a:cubicBezTo>
                  <a:pt x="3352800" y="986803"/>
                  <a:pt x="3301317" y="1038286"/>
                  <a:pt x="3237810" y="1038286"/>
                </a:cubicBezTo>
                <a:lnTo>
                  <a:pt x="114990" y="1038286"/>
                </a:lnTo>
                <a:cubicBezTo>
                  <a:pt x="51483" y="1038286"/>
                  <a:pt x="0" y="986803"/>
                  <a:pt x="0" y="923296"/>
                </a:cubicBezTo>
                <a:lnTo>
                  <a:pt x="0" y="114990"/>
                </a:lnTo>
                <a:cubicBezTo>
                  <a:pt x="0" y="51483"/>
                  <a:pt x="51483" y="0"/>
                  <a:pt x="1149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95868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 &amp; Sub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6EC6E-44AF-4B8F-8148-0F55BF777E1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7092" y="884975"/>
            <a:ext cx="11157817" cy="19954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4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F3FE2B5-59ED-40B8-B474-81969D1B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92" y="382773"/>
            <a:ext cx="11157817" cy="4455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43362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54EFB7-73D8-E7D4-7237-E0E408BD3E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1952871"/>
            <a:ext cx="2851355" cy="4905129"/>
          </a:xfrm>
          <a:custGeom>
            <a:avLst/>
            <a:gdLst>
              <a:gd name="connsiteX0" fmla="*/ 0 w 2851355"/>
              <a:gd name="connsiteY0" fmla="*/ 0 h 6858000"/>
              <a:gd name="connsiteX1" fmla="*/ 2851355 w 2851355"/>
              <a:gd name="connsiteY1" fmla="*/ 0 h 6858000"/>
              <a:gd name="connsiteX2" fmla="*/ 2851355 w 2851355"/>
              <a:gd name="connsiteY2" fmla="*/ 6858000 h 6858000"/>
              <a:gd name="connsiteX3" fmla="*/ 0 w 2851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1355" h="6858000">
                <a:moveTo>
                  <a:pt x="0" y="0"/>
                </a:moveTo>
                <a:lnTo>
                  <a:pt x="2851355" y="0"/>
                </a:lnTo>
                <a:lnTo>
                  <a:pt x="285135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604"/>
            </a:lvl1pPr>
          </a:lstStyle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CF511C-BB28-5181-8A22-C88742B30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2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594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3453DAC-80C6-9E01-A319-9776A2DA1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6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594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9774064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17BDF75-871D-7CB3-7D8F-4429BBBB619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10483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1D4F80-5749-6D7C-2BE8-42E2110F250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41685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1FE2F41-C057-ACA2-21E0-644C49849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2886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A53AB8-E030-6A80-BC35-80D441E104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04087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5909CE1-E775-2B4C-3A66-002CCA1A7E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2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594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3C8F47D-4B90-05CD-620E-CE70A5B94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6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594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2169268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A956D-BCDE-490B-B069-FA2DDC0AC0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8002" y="1002743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333" b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55" indent="0">
              <a:buNone/>
              <a:defRPr sz="1600"/>
            </a:lvl2pPr>
            <a:lvl3pPr marL="1219108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5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693989F-F1BF-49AD-91A8-244A539F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2794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733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39771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8CE42C-9DA6-A9B5-4004-35E5A0219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722" y="655320"/>
            <a:ext cx="2099733" cy="2099186"/>
          </a:xfrm>
          <a:custGeom>
            <a:avLst/>
            <a:gdLst>
              <a:gd name="connsiteX0" fmla="*/ 1049593 w 2099186"/>
              <a:gd name="connsiteY0" fmla="*/ 0 h 2099186"/>
              <a:gd name="connsiteX1" fmla="*/ 2099186 w 2099186"/>
              <a:gd name="connsiteY1" fmla="*/ 1049593 h 2099186"/>
              <a:gd name="connsiteX2" fmla="*/ 1049593 w 2099186"/>
              <a:gd name="connsiteY2" fmla="*/ 2099186 h 2099186"/>
              <a:gd name="connsiteX3" fmla="*/ 0 w 2099186"/>
              <a:gd name="connsiteY3" fmla="*/ 1049593 h 2099186"/>
              <a:gd name="connsiteX4" fmla="*/ 1049593 w 2099186"/>
              <a:gd name="connsiteY4" fmla="*/ 0 h 209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9186" h="2099186">
                <a:moveTo>
                  <a:pt x="1049593" y="0"/>
                </a:moveTo>
                <a:cubicBezTo>
                  <a:pt x="1629267" y="0"/>
                  <a:pt x="2099186" y="469919"/>
                  <a:pt x="2099186" y="1049593"/>
                </a:cubicBezTo>
                <a:cubicBezTo>
                  <a:pt x="2099186" y="1629267"/>
                  <a:pt x="1629267" y="2099186"/>
                  <a:pt x="1049593" y="2099186"/>
                </a:cubicBezTo>
                <a:cubicBezTo>
                  <a:pt x="469919" y="2099186"/>
                  <a:pt x="0" y="1629267"/>
                  <a:pt x="0" y="1049593"/>
                </a:cubicBezTo>
                <a:cubicBezTo>
                  <a:pt x="0" y="469919"/>
                  <a:pt x="469919" y="0"/>
                  <a:pt x="1049593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998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_0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1868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am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D2C6D61-37A5-4C0F-99CB-6581B03574C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7092" y="884975"/>
            <a:ext cx="11157817" cy="19954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C9F98A4-0E69-44AF-8E5B-F80515E0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92" y="382773"/>
            <a:ext cx="11157817" cy="44550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60001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6EE0973-D745-E014-3ADA-1709706E4D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111169"/>
            <a:ext cx="4870450" cy="5305506"/>
          </a:xfrm>
          <a:prstGeom prst="roundRect">
            <a:avLst>
              <a:gd name="adj" fmla="val 3359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43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9917563-335D-909D-F17A-5E0705651C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5474" y="1624781"/>
            <a:ext cx="4571648" cy="227584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483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7382EA9F-1511-4AFB-10D6-2DD3A08511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70894" y="1688698"/>
            <a:ext cx="2636029" cy="4551651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F7E59CD-9BD3-90E9-AE83-5A33DC6D6F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859" y="2725337"/>
            <a:ext cx="2636029" cy="1590996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262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011DB0C-9AAD-C489-5D8D-C9DE0F0041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52680" y="1598418"/>
            <a:ext cx="4777147" cy="293678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7666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849800E-2901-092F-E525-4F34929862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727" y="4657067"/>
            <a:ext cx="1543314" cy="1422383"/>
          </a:xfrm>
          <a:prstGeom prst="roundRect">
            <a:avLst>
              <a:gd name="adj" fmla="val 11841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5DCDD4BB-B426-DC08-B2E1-4545D3ECD7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35554" y="1685873"/>
            <a:ext cx="4572285" cy="2550847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421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01948E-D4F9-8387-CD0C-20B9ADFA200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2550" y="1664823"/>
            <a:ext cx="5421524" cy="209371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01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458BE509-50EF-066C-7A2D-0805B5149C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86153" y="2628391"/>
            <a:ext cx="3162934" cy="2706063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1836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B9E26FA-8D41-607A-97A4-FB3B67828A1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23002" y="1853662"/>
            <a:ext cx="2958844" cy="2461112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0914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428E402-430F-3C06-7E63-EC77A9925DF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76416" y="1944860"/>
            <a:ext cx="4284993" cy="267519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3231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331465C-0AEF-D52F-FD60-431B4DF927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4434" y="1681164"/>
            <a:ext cx="2550515" cy="895781"/>
          </a:xfrm>
          <a:prstGeom prst="roundRect">
            <a:avLst>
              <a:gd name="adj" fmla="val 10186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9897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9EF9055-E4D4-F47C-B91E-9D457C90A0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50302" y="4056373"/>
            <a:ext cx="4942460" cy="2275840"/>
          </a:xfrm>
          <a:prstGeom prst="roundRect">
            <a:avLst>
              <a:gd name="adj" fmla="val 510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540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9B265D-58AB-551A-ABFC-DFC7388B43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209801" y="1492741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9194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745CCBB-A7BC-125E-FB55-98B570D885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256296" y="4685628"/>
            <a:ext cx="2238230" cy="1422383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1278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7825F29-C514-D385-7D27-10E2F478C5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9550" y="3615627"/>
            <a:ext cx="1720437" cy="2477814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4823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821FFD2A-D1B0-BE42-63D9-EFA7BC55B9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83575" y="3429001"/>
            <a:ext cx="7165513" cy="2879714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7279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8832958D-1705-4BA4-19AA-D71D887536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4795" y="1658075"/>
            <a:ext cx="6948669" cy="2717156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9061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45A8B2F-6EAD-E9F4-D5D0-CEA59A83367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6051" y="1592636"/>
            <a:ext cx="1987531" cy="2300239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795876F-21C5-3831-2AF4-96B70F4C69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7330" y="4259665"/>
            <a:ext cx="2518326" cy="172563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9742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CC2E1B72-8389-03E9-982D-5AD9F72546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28396" y="1492741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8488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8F14B1-71B6-0C72-543C-618537690F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295" y="2718367"/>
            <a:ext cx="3416769" cy="2425765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3894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FA3AA00-1D34-07C2-F50D-0977E10F889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37745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B7CAF6D8-2A0E-EEB5-A840-2E4BB0AC674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68243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E291667A-6E60-8B08-9936-75E5BDD9F30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08421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4586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69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F724A48-24EA-5A79-70FA-B188E62AF25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391" y="1887795"/>
            <a:ext cx="2418912" cy="188875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65BEFB53-BD6D-2644-CB51-F98C0C6007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391" y="4260655"/>
            <a:ext cx="2418912" cy="188875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235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EDEAC72-782A-670D-64E9-E1501F568A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4045" y="1740913"/>
            <a:ext cx="2723408" cy="262643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063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1EE91D-EF4A-34A2-B325-B9884586A7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9106" y="3886297"/>
            <a:ext cx="5974082" cy="230141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0770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2E1E0CB-98A0-36CC-347B-2ABD38C3EF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064" y="1336876"/>
            <a:ext cx="5430941" cy="3734854"/>
          </a:xfrm>
          <a:prstGeom prst="roundRect">
            <a:avLst>
              <a:gd name="adj" fmla="val 3544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480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FC6BC0-2414-4309-A199-679494AFC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BC724E-D5B4-44BC-9863-721F040D0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899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A81E"/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445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790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43130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bg>
      <p:bgPr>
        <a:gradFill>
          <a:gsLst>
            <a:gs pos="56000">
              <a:srgbClr val="131516"/>
            </a:gs>
            <a:gs pos="100000">
              <a:schemeClr val="tx2">
                <a:lumMod val="50000"/>
                <a:lumOff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EF9DB0-066F-8A85-F1C9-0424F73ACB21}"/>
              </a:ext>
            </a:extLst>
          </p:cNvPr>
          <p:cNvSpPr/>
          <p:nvPr/>
        </p:nvSpPr>
        <p:spPr>
          <a:xfrm>
            <a:off x="9929091" y="184727"/>
            <a:ext cx="1948873" cy="858982"/>
          </a:xfrm>
          <a:prstGeom prst="rect">
            <a:avLst/>
          </a:prstGeom>
          <a:solidFill>
            <a:srgbClr val="1315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BFB4D7-F843-BB2E-40FA-1A710BAAC470}"/>
              </a:ext>
            </a:extLst>
          </p:cNvPr>
          <p:cNvGrpSpPr/>
          <p:nvPr/>
        </p:nvGrpSpPr>
        <p:grpSpPr>
          <a:xfrm>
            <a:off x="10131772" y="364741"/>
            <a:ext cx="1601138" cy="451009"/>
            <a:chOff x="743492" y="5770068"/>
            <a:chExt cx="1601138" cy="461316"/>
          </a:xfrm>
        </p:grpSpPr>
        <p:pic>
          <p:nvPicPr>
            <p:cNvPr id="6" name="Picture 5" descr="A black and white logo  AI-generated content may be incorrect.">
              <a:extLst>
                <a:ext uri="{FF2B5EF4-FFF2-40B4-BE49-F238E27FC236}">
                  <a16:creationId xmlns:a16="http://schemas.microsoft.com/office/drawing/2014/main" id="{EA966A79-434B-7A85-6CF1-CB1C564D3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492" y="5774184"/>
              <a:ext cx="1601138" cy="457200"/>
            </a:xfrm>
            <a:prstGeom prst="rect">
              <a:avLst/>
            </a:prstGeom>
          </p:spPr>
        </p:pic>
        <p:pic>
          <p:nvPicPr>
            <p:cNvPr id="7" name="Picture 6" descr="A orange triangle on a black background  AI-generated content may be incorrect.">
              <a:extLst>
                <a:ext uri="{FF2B5EF4-FFF2-40B4-BE49-F238E27FC236}">
                  <a16:creationId xmlns:a16="http://schemas.microsoft.com/office/drawing/2014/main" id="{FEDEDDAF-C358-FF08-C9B5-959ACB7F4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33" t="23149" r="20716" b="21674"/>
            <a:stretch>
              <a:fillRect/>
            </a:stretch>
          </p:blipFill>
          <p:spPr>
            <a:xfrm>
              <a:off x="924679" y="5770068"/>
              <a:ext cx="164336" cy="149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0574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261E446-F14E-5923-5F50-B2BA57E6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3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09052" rtl="0" eaLnBrk="1" latinLnBrk="0" hangingPunct="1">
              <a:lnSpc>
                <a:spcPts val="4673"/>
              </a:lnSpc>
              <a:buNone/>
              <a:defRPr lang="en-US" sz="3710" b="1" kern="1200" spc="0" dirty="0">
                <a:solidFill>
                  <a:schemeClr val="bg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BC54A3-9FAA-F4D2-D2E8-6BF987623A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7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09052" rtl="0" eaLnBrk="1" latinLnBrk="0" hangingPunct="1">
              <a:lnSpc>
                <a:spcPts val="2088"/>
              </a:lnSpc>
              <a:buNone/>
              <a:defRPr lang="en-US" sz="1504" kern="1200" spc="0" dirty="0">
                <a:solidFill>
                  <a:schemeClr val="bg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99441634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10360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29858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17BDF75-871D-7CB3-7D8F-4429BBBB619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10483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1D4F80-5749-6D7C-2BE8-42E2110F250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41685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1FE2F41-C057-ACA2-21E0-644C49849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2886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A53AB8-E030-6A80-BC35-80D441E104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04087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5909CE1-E775-2B4C-3A66-002CCA1A7E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2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594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3C8F47D-4B90-05CD-620E-CE70A5B94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6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594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73603821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54EFB7-73D8-E7D4-7237-E0E408BD3E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1952871"/>
            <a:ext cx="2851355" cy="4905129"/>
          </a:xfrm>
          <a:custGeom>
            <a:avLst/>
            <a:gdLst>
              <a:gd name="connsiteX0" fmla="*/ 0 w 2851355"/>
              <a:gd name="connsiteY0" fmla="*/ 0 h 6858000"/>
              <a:gd name="connsiteX1" fmla="*/ 2851355 w 2851355"/>
              <a:gd name="connsiteY1" fmla="*/ 0 h 6858000"/>
              <a:gd name="connsiteX2" fmla="*/ 2851355 w 2851355"/>
              <a:gd name="connsiteY2" fmla="*/ 6858000 h 6858000"/>
              <a:gd name="connsiteX3" fmla="*/ 0 w 2851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1355" h="6858000">
                <a:moveTo>
                  <a:pt x="0" y="0"/>
                </a:moveTo>
                <a:lnTo>
                  <a:pt x="2851355" y="0"/>
                </a:lnTo>
                <a:lnTo>
                  <a:pt x="285135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60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CF511C-BB28-5181-8A22-C88742B30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2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594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3453DAC-80C6-9E01-A319-9776A2DA1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6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594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87372180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AA3C-C82A-CEC1-D1BF-9D8AF8B6B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618F-9F2D-F513-2EBC-91E4DDAAD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ACA-A29D-F6DF-A023-17D58A92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847C-3746-3C99-01BE-EC1E6C1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EA08-228A-E7C1-9EF8-B05196C5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11683"/>
      </p:ext>
    </p:extLst>
  </p:cSld>
  <p:clrMapOvr>
    <a:masterClrMapping/>
  </p:clrMapOvr>
  <p:hf hd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AE9D-16CA-AF54-63AF-6834D915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92D1-1048-EF3A-1892-59BD022C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4ADA-F404-E682-9CDC-45D3297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1497-BC35-C972-5F1D-D66FDF91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E49C-3A52-5862-8EA4-30E9B203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65738"/>
      </p:ext>
    </p:extLst>
  </p:cSld>
  <p:clrMapOvr>
    <a:masterClrMapping/>
  </p:clrMapOvr>
  <p:hf hd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49E0-9A15-B155-FB48-31CDA0B7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BE90-F09B-E207-08DF-A9FF25D4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D43E-FCD3-A07D-9844-80C7DE4A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0BBF-6C62-5A6B-5A7F-6219155D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2FB9-5A8D-631E-D9C7-3B248DB2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43959"/>
      </p:ext>
    </p:extLst>
  </p:cSld>
  <p:clrMapOvr>
    <a:masterClrMapping/>
  </p:clrMapOvr>
  <p:hf hd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1492-316D-BBED-7637-099B3EBF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B40F-1664-7DCB-8EFD-D2A335D43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4B2C4-6F10-7086-5603-4892D13A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98E6-D8A0-E18E-8649-E7F46703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16B29-E0F3-E50B-1909-026CB94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3032F-B43D-1D69-00CE-B0D83F4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31876"/>
      </p:ext>
    </p:extLst>
  </p:cSld>
  <p:clrMapOvr>
    <a:masterClrMapping/>
  </p:clrMapOvr>
  <p:hf hd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18-8789-9202-67C2-BC055CF1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8B2B-F354-C08F-9CE3-F65FEC26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4065-8149-5E6B-F919-A24815BE9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0CEF4-89AA-B3EB-663A-B94B5558C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7CA33-105C-CFA0-E761-2E866AA4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6901E-5092-EC82-13C8-67EB899D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048B1-6649-7B3B-C426-F8146FE1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2DFD2-97F5-1EF9-2DE2-CD6CC6C6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53058"/>
      </p:ext>
    </p:extLst>
  </p:cSld>
  <p:clrMapOvr>
    <a:masterClrMapping/>
  </p:clrMapOvr>
  <p:hf hd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E5A8-157E-904E-46F8-DBE2C03E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0921B-8377-E876-3549-66C168B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C9FE-0A5E-69B4-B4A5-7BA85416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D461-0E86-E588-1AC1-681B2A3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89222"/>
      </p:ext>
    </p:extLst>
  </p:cSld>
  <p:clrMapOvr>
    <a:masterClrMapping/>
  </p:clrMapOvr>
  <p:hf hd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6C453-F971-1CDE-96FF-7F92630C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7C7A-B853-0821-7EB6-3B1FD61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FB2D-F42F-BF7C-C0AC-EEF3A4BF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5002"/>
      </p:ext>
    </p:extLst>
  </p:cSld>
  <p:clrMapOvr>
    <a:masterClrMapping/>
  </p:clrMapOvr>
  <p:hf hd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5D09-9CB8-D9FF-6B59-B69DB9CD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916-020C-BE1D-92D7-2623C2FF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53A10-3520-AA4B-552C-5BA1F89C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3C0B-8F68-8FA6-9276-24C1D17D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155EE-60C3-F061-A1CD-3A0557ED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BE57-75DF-2418-4A6C-B0101A4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91972"/>
      </p:ext>
    </p:extLst>
  </p:cSld>
  <p:clrMapOvr>
    <a:masterClrMapping/>
  </p:clrMapOvr>
  <p:hf hd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189C-942E-0DDE-3913-79CB8FB1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2231F-CD7B-C56E-4391-57227ED1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F146C-DD54-593F-E7B5-03D96DB1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9EF4-53FC-3B18-D120-D222D848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41A1F-0AA8-77C4-6DDD-E9FF7B83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3B0A-B657-046A-1768-984E68F2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5041"/>
      </p:ext>
    </p:extLst>
  </p:cSld>
  <p:clrMapOvr>
    <a:masterClrMapping/>
  </p:clrMapOvr>
  <p:hf hd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E75D-531D-5B37-FFF6-28FDDBE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4200B-4063-49A3-F671-A36E408D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8FD0-CF8A-77A4-A397-8B3E0E50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D89-8527-001F-E49C-F1154DED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D891-D914-EF02-E981-BF532DF6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38362"/>
      </p:ext>
    </p:extLst>
  </p:cSld>
  <p:clrMapOvr>
    <a:masterClrMapping/>
  </p:clrMapOvr>
  <p:hf hd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AB7D2-EE58-E673-0EE6-0A463C0B0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54645-B623-E792-A124-95154AA70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0727-6AC4-E1A4-4836-EFD5C900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F1AE-E8B6-C033-D3D2-48613ECF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CF28-09C8-3745-1433-BAC48FBC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84683"/>
      </p:ext>
    </p:extLst>
  </p:cSld>
  <p:clrMapOvr>
    <a:masterClrMapping/>
  </p:clrMapOvr>
  <p:hf hd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014B481-386F-44E4-88EA-6DFC7C0EC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1" y="609606"/>
            <a:ext cx="11146972" cy="1363662"/>
          </a:xfrm>
        </p:spPr>
        <p:txBody>
          <a:bodyPr>
            <a:noAutofit/>
          </a:bodyPr>
          <a:lstStyle>
            <a:lvl1pPr marL="0" indent="0" algn="l">
              <a:buNone/>
              <a:defRPr sz="2302">
                <a:latin typeface="Montserrat" panose="00000500000000000000" pitchFamily="2" charset="0"/>
              </a:defRPr>
            </a:lvl1pPr>
            <a:lvl2pPr>
              <a:defRPr>
                <a:latin typeface="Montserrat Light" panose="00000400000000000000" pitchFamily="50" charset="0"/>
              </a:defRPr>
            </a:lvl2pPr>
            <a:lvl3pPr>
              <a:defRPr>
                <a:latin typeface="Montserrat Light" panose="00000400000000000000" pitchFamily="50" charset="0"/>
              </a:defRPr>
            </a:lvl3pPr>
            <a:lvl4pPr>
              <a:defRPr>
                <a:latin typeface="Montserrat Light" panose="00000400000000000000" pitchFamily="50" charset="0"/>
              </a:defRPr>
            </a:lvl4pPr>
            <a:lvl5pPr>
              <a:defRPr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6742FB-956E-4805-9A6F-7C7A99EDE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6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www.yourcompany.com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736A02-9190-4EC6-9260-E5D773BF5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89991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1">
                <a:solidFill>
                  <a:srgbClr val="FEA81E"/>
                </a:solidFill>
              </a:defRPr>
            </a:lvl1pPr>
          </a:lstStyle>
          <a:p>
            <a:fld id="{301888BD-454B-9140-A72D-361EE4519B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92389"/>
      </p:ext>
    </p:extLst>
  </p:cSld>
  <p:clrMapOvr>
    <a:masterClrMapping/>
  </p:clrMapOvr>
  <p:hf hd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6EE0973-D745-E014-3ADA-1709706E4D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111169"/>
            <a:ext cx="4870450" cy="5305506"/>
          </a:xfrm>
          <a:prstGeom prst="roundRect">
            <a:avLst>
              <a:gd name="adj" fmla="val 3359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5057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9917563-335D-909D-F17A-5E0705651C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5474" y="1624781"/>
            <a:ext cx="4571648" cy="227584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0315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7382EA9F-1511-4AFB-10D6-2DD3A08511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70894" y="1688698"/>
            <a:ext cx="2636029" cy="4551651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F7E59CD-9BD3-90E9-AE83-5A33DC6D6F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859" y="2725337"/>
            <a:ext cx="2636029" cy="1590996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061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011DB0C-9AAD-C489-5D8D-C9DE0F0041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52680" y="1598418"/>
            <a:ext cx="4777147" cy="293678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9531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849800E-2901-092F-E525-4F34929862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727" y="4657067"/>
            <a:ext cx="1543314" cy="1422383"/>
          </a:xfrm>
          <a:prstGeom prst="roundRect">
            <a:avLst>
              <a:gd name="adj" fmla="val 11841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5DCDD4BB-B426-DC08-B2E1-4545D3ECD7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35554" y="1685873"/>
            <a:ext cx="4572285" cy="2550847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5210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01948E-D4F9-8387-CD0C-20B9ADFA200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2550" y="1664823"/>
            <a:ext cx="5421524" cy="209371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5891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458BE509-50EF-066C-7A2D-0805B5149C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86153" y="2628391"/>
            <a:ext cx="3162934" cy="2706063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5092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B9E26FA-8D41-607A-97A4-FB3B67828A1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23002" y="1853662"/>
            <a:ext cx="2958844" cy="2461112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44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428E402-430F-3C06-7E63-EC77A9925DF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76416" y="1944860"/>
            <a:ext cx="4284993" cy="267519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52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331465C-0AEF-D52F-FD60-431B4DF927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4434" y="1681164"/>
            <a:ext cx="2550515" cy="895781"/>
          </a:xfrm>
          <a:prstGeom prst="roundRect">
            <a:avLst>
              <a:gd name="adj" fmla="val 10186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547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9EF9055-E4D4-F47C-B91E-9D457C90A0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50302" y="4056373"/>
            <a:ext cx="4942460" cy="2275840"/>
          </a:xfrm>
          <a:prstGeom prst="roundRect">
            <a:avLst>
              <a:gd name="adj" fmla="val 510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9220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9B265D-58AB-551A-ABFC-DFC7388B43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209801" y="1492741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414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745CCBB-A7BC-125E-FB55-98B570D885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256296" y="4685628"/>
            <a:ext cx="2238230" cy="1422383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6361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7825F29-C514-D385-7D27-10E2F478C5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9550" y="3615627"/>
            <a:ext cx="1720437" cy="2477814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3591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821FFD2A-D1B0-BE42-63D9-EFA7BC55B9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83575" y="3429001"/>
            <a:ext cx="7165513" cy="2879714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9169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8832958D-1705-4BA4-19AA-D71D887536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4795" y="1658075"/>
            <a:ext cx="6948669" cy="2717156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404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45A8B2F-6EAD-E9F4-D5D0-CEA59A83367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6051" y="1592636"/>
            <a:ext cx="1987531" cy="2300239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795876F-21C5-3831-2AF4-96B70F4C69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7330" y="4259665"/>
            <a:ext cx="2518326" cy="172563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8634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CC2E1B72-8389-03E9-982D-5AD9F72546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28396" y="1492741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8547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8F14B1-71B6-0C72-543C-618537690F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295" y="2718367"/>
            <a:ext cx="3416769" cy="2425765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8877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FA3AA00-1D34-07C2-F50D-0977E10F889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37745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B7CAF6D8-2A0E-EEB5-A840-2E4BB0AC674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68243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E291667A-6E60-8B08-9936-75E5BDD9F30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08421" y="2527355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8751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188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F724A48-24EA-5A79-70FA-B188E62AF25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391" y="1887795"/>
            <a:ext cx="2418912" cy="188875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65BEFB53-BD6D-2644-CB51-F98C0C6007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391" y="4260655"/>
            <a:ext cx="2418912" cy="188875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5917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EDEAC72-782A-670D-64E9-E1501F568A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4045" y="1740913"/>
            <a:ext cx="2723408" cy="262643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665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1EE91D-EF4A-34A2-B325-B9884586A7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9106" y="3886297"/>
            <a:ext cx="5974082" cy="230141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8285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2E1E0CB-98A0-36CC-347B-2ABD38C3EF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064" y="1336876"/>
            <a:ext cx="5430941" cy="3734854"/>
          </a:xfrm>
          <a:prstGeom prst="roundRect">
            <a:avLst>
              <a:gd name="adj" fmla="val 3544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085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FC6BC0-2414-4309-A199-679494AFC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BC724E-D5B4-44BC-9863-721F040D0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899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A81E"/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4886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665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08854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bg>
      <p:bgPr>
        <a:gradFill>
          <a:gsLst>
            <a:gs pos="56000">
              <a:srgbClr val="131516"/>
            </a:gs>
            <a:gs pos="100000">
              <a:schemeClr val="tx2">
                <a:lumMod val="50000"/>
                <a:lumOff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EF9DB0-066F-8A85-F1C9-0424F73ACB21}"/>
              </a:ext>
            </a:extLst>
          </p:cNvPr>
          <p:cNvSpPr/>
          <p:nvPr/>
        </p:nvSpPr>
        <p:spPr>
          <a:xfrm>
            <a:off x="9929091" y="184727"/>
            <a:ext cx="1948873" cy="858982"/>
          </a:xfrm>
          <a:prstGeom prst="rect">
            <a:avLst/>
          </a:prstGeom>
          <a:solidFill>
            <a:srgbClr val="1315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BFB4D7-F843-BB2E-40FA-1A710BAAC470}"/>
              </a:ext>
            </a:extLst>
          </p:cNvPr>
          <p:cNvGrpSpPr/>
          <p:nvPr/>
        </p:nvGrpSpPr>
        <p:grpSpPr>
          <a:xfrm>
            <a:off x="10131772" y="364741"/>
            <a:ext cx="1601138" cy="451009"/>
            <a:chOff x="743492" y="5770068"/>
            <a:chExt cx="1601138" cy="461316"/>
          </a:xfrm>
        </p:grpSpPr>
        <p:pic>
          <p:nvPicPr>
            <p:cNvPr id="6" name="Picture 5" descr="A black and white logo  AI-generated content may be incorrect.">
              <a:extLst>
                <a:ext uri="{FF2B5EF4-FFF2-40B4-BE49-F238E27FC236}">
                  <a16:creationId xmlns:a16="http://schemas.microsoft.com/office/drawing/2014/main" id="{EA966A79-434B-7A85-6CF1-CB1C564D3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492" y="5774184"/>
              <a:ext cx="1601138" cy="457200"/>
            </a:xfrm>
            <a:prstGeom prst="rect">
              <a:avLst/>
            </a:prstGeom>
          </p:spPr>
        </p:pic>
        <p:pic>
          <p:nvPicPr>
            <p:cNvPr id="7" name="Picture 6" descr="A orange triangle on a black background  AI-generated content may be incorrect.">
              <a:extLst>
                <a:ext uri="{FF2B5EF4-FFF2-40B4-BE49-F238E27FC236}">
                  <a16:creationId xmlns:a16="http://schemas.microsoft.com/office/drawing/2014/main" id="{FEDEDDAF-C358-FF08-C9B5-959ACB7F4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33" t="23149" r="20716" b="21674"/>
            <a:stretch>
              <a:fillRect/>
            </a:stretch>
          </p:blipFill>
          <p:spPr>
            <a:xfrm>
              <a:off x="924679" y="5770068"/>
              <a:ext cx="164336" cy="149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085127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261E446-F14E-5923-5F50-B2BA57E6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3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09052" rtl="0" eaLnBrk="1" latinLnBrk="0" hangingPunct="1">
              <a:lnSpc>
                <a:spcPts val="4673"/>
              </a:lnSpc>
              <a:buNone/>
              <a:defRPr lang="en-US" sz="3710" b="1" kern="1200" spc="0" dirty="0">
                <a:solidFill>
                  <a:schemeClr val="bg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BC54A3-9FAA-F4D2-D2E8-6BF987623A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7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09052" rtl="0" eaLnBrk="1" latinLnBrk="0" hangingPunct="1">
              <a:lnSpc>
                <a:spcPts val="2088"/>
              </a:lnSpc>
              <a:buNone/>
              <a:defRPr lang="en-US" sz="1504" kern="1200" spc="0" dirty="0">
                <a:solidFill>
                  <a:schemeClr val="bg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75411557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89001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92510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17BDF75-871D-7CB3-7D8F-4429BBBB619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10483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1D4F80-5749-6D7C-2BE8-42E2110F250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41685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1FE2F41-C057-ACA2-21E0-644C49849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2886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A53AB8-E030-6A80-BC35-80D441E104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04087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5909CE1-E775-2B4C-3A66-002CCA1A7E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2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594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3C8F47D-4B90-05CD-620E-CE70A5B94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6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594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64307945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54EFB7-73D8-E7D4-7237-E0E408BD3E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1952871"/>
            <a:ext cx="2851355" cy="4905129"/>
          </a:xfrm>
          <a:custGeom>
            <a:avLst/>
            <a:gdLst>
              <a:gd name="connsiteX0" fmla="*/ 0 w 2851355"/>
              <a:gd name="connsiteY0" fmla="*/ 0 h 6858000"/>
              <a:gd name="connsiteX1" fmla="*/ 2851355 w 2851355"/>
              <a:gd name="connsiteY1" fmla="*/ 0 h 6858000"/>
              <a:gd name="connsiteX2" fmla="*/ 2851355 w 2851355"/>
              <a:gd name="connsiteY2" fmla="*/ 6858000 h 6858000"/>
              <a:gd name="connsiteX3" fmla="*/ 0 w 2851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1355" h="6858000">
                <a:moveTo>
                  <a:pt x="0" y="0"/>
                </a:moveTo>
                <a:lnTo>
                  <a:pt x="2851355" y="0"/>
                </a:lnTo>
                <a:lnTo>
                  <a:pt x="285135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604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CF511C-BB28-5181-8A22-C88742B30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2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594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3453DAC-80C6-9E01-A319-9776A2DA1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6" y="1088685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594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207711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AA3C-C82A-CEC1-D1BF-9D8AF8B6B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618F-9F2D-F513-2EBC-91E4DDAAD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ACA-A29D-F6DF-A023-17D58A92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847C-3746-3C99-01BE-EC1E6C1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EA08-228A-E7C1-9EF8-B05196C5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4688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AE9D-16CA-AF54-63AF-6834D915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92D1-1048-EF3A-1892-59BD022C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4ADA-F404-E682-9CDC-45D3297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1497-BC35-C972-5F1D-D66FDF91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E49C-3A52-5862-8EA4-30E9B203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6028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49E0-9A15-B155-FB48-31CDA0B7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BE90-F09B-E207-08DF-A9FF25D4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D43E-FCD3-A07D-9844-80C7DE4A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0BBF-6C62-5A6B-5A7F-6219155D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2FB9-5A8D-631E-D9C7-3B248DB2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7294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1492-316D-BBED-7637-099B3EBF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B40F-1664-7DCB-8EFD-D2A335D43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4B2C4-6F10-7086-5603-4892D13A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98E6-D8A0-E18E-8649-E7F46703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16B29-E0F3-E50B-1909-026CB94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3032F-B43D-1D69-00CE-B0D83F4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82837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18-8789-9202-67C2-BC055CF1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8B2B-F354-C08F-9CE3-F65FEC26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4065-8149-5E6B-F919-A24815BE9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0CEF4-89AA-B3EB-663A-B94B5558C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7CA33-105C-CFA0-E761-2E866AA4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6901E-5092-EC82-13C8-67EB899D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048B1-6649-7B3B-C426-F8146FE1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2DFD2-97F5-1EF9-2DE2-CD6CC6C6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7591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E5A8-157E-904E-46F8-DBE2C03E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0921B-8377-E876-3549-66C168B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C9FE-0A5E-69B4-B4A5-7BA85416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D461-0E86-E588-1AC1-681B2A3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5553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6C453-F971-1CDE-96FF-7F92630C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7C7A-B853-0821-7EB6-3B1FD61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FB2D-F42F-BF7C-C0AC-EEF3A4BF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6749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5D09-9CB8-D9FF-6B59-B69DB9CD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916-020C-BE1D-92D7-2623C2FF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53A10-3520-AA4B-552C-5BA1F89C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3C0B-8F68-8FA6-9276-24C1D17D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155EE-60C3-F061-A1CD-3A0557ED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BE57-75DF-2418-4A6C-B0101A4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2593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189C-942E-0DDE-3913-79CB8FB1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2231F-CD7B-C56E-4391-57227ED1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F146C-DD54-593F-E7B5-03D96DB1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9EF4-53FC-3B18-D120-D222D848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41A1F-0AA8-77C4-6DDD-E9FF7B83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3B0A-B657-046A-1768-984E68F2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4751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E75D-531D-5B37-FFF6-28FDDBE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4200B-4063-49A3-F671-A36E408D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8FD0-CF8A-77A4-A397-8B3E0E50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D89-8527-001F-E49C-F1154DED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D891-D914-EF02-E981-BF532DF6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313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AB7D2-EE58-E673-0EE6-0A463C0B0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54645-B623-E792-A124-95154AA70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0727-6AC4-E1A4-4836-EFD5C900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F1AE-E8B6-C033-D3D2-48613ECF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CF28-09C8-3745-1433-BAC48FBC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1473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014B481-386F-44E4-88EA-6DFC7C0EC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1" y="609606"/>
            <a:ext cx="11146972" cy="1363662"/>
          </a:xfrm>
        </p:spPr>
        <p:txBody>
          <a:bodyPr>
            <a:noAutofit/>
          </a:bodyPr>
          <a:lstStyle>
            <a:lvl1pPr marL="0" indent="0" algn="l">
              <a:buNone/>
              <a:defRPr sz="2302">
                <a:latin typeface="Montserrat" panose="00000500000000000000" pitchFamily="2" charset="0"/>
              </a:defRPr>
            </a:lvl1pPr>
            <a:lvl2pPr>
              <a:defRPr>
                <a:latin typeface="Montserrat Light" panose="00000400000000000000" pitchFamily="50" charset="0"/>
              </a:defRPr>
            </a:lvl2pPr>
            <a:lvl3pPr>
              <a:defRPr>
                <a:latin typeface="Montserrat Light" panose="00000400000000000000" pitchFamily="50" charset="0"/>
              </a:defRPr>
            </a:lvl3pPr>
            <a:lvl4pPr>
              <a:defRPr>
                <a:latin typeface="Montserrat Light" panose="00000400000000000000" pitchFamily="50" charset="0"/>
              </a:defRPr>
            </a:lvl4pPr>
            <a:lvl5pPr>
              <a:defRPr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6742FB-956E-4805-9A6F-7C7A99EDE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6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736A02-9190-4EC6-9260-E5D773BF5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89991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1">
                <a:solidFill>
                  <a:srgbClr val="FEA81E"/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5549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97619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AA3C-C82A-CEC1-D1BF-9D8AF8B6B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618F-9F2D-F513-2EBC-91E4DDAAD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6" indent="0" algn="ctr">
              <a:buNone/>
              <a:defRPr sz="1600"/>
            </a:lvl4pPr>
            <a:lvl5pPr marL="1828848" indent="0" algn="ctr">
              <a:buNone/>
              <a:defRPr sz="1600"/>
            </a:lvl5pPr>
            <a:lvl6pPr marL="2286060" indent="0" algn="ctr">
              <a:buNone/>
              <a:defRPr sz="1600"/>
            </a:lvl6pPr>
            <a:lvl7pPr marL="2743271" indent="0" algn="ctr">
              <a:buNone/>
              <a:defRPr sz="1600"/>
            </a:lvl7pPr>
            <a:lvl8pPr marL="3200484" indent="0" algn="ctr">
              <a:buNone/>
              <a:defRPr sz="1600"/>
            </a:lvl8pPr>
            <a:lvl9pPr marL="36576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ACA-A29D-F6DF-A023-17D58A92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847C-3746-3C99-01BE-EC1E6C1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EA08-228A-E7C1-9EF8-B05196C5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0648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AE9D-16CA-AF54-63AF-6834D915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92D1-1048-EF3A-1892-59BD022C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4ADA-F404-E682-9CDC-45D3297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1497-BC35-C972-5F1D-D66FDF91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AE49C-3A52-5862-8EA4-30E9B203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1431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49E0-9A15-B155-FB48-31CDA0B7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BE90-F09B-E207-08DF-A9FF25D4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3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7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D43E-FCD3-A07D-9844-80C7DE4A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0BBF-6C62-5A6B-5A7F-6219155D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B2FB9-5A8D-631E-D9C7-3B248DB2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4853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1492-316D-BBED-7637-099B3EBF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B40F-1664-7DCB-8EFD-D2A335D43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4B2C4-6F10-7086-5603-4892D13A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98E6-D8A0-E18E-8649-E7F46703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16B29-E0F3-E50B-1909-026CB94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3032F-B43D-1D69-00CE-B0D83F4D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2714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18-8789-9202-67C2-BC055CF1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8B2B-F354-C08F-9CE3-F65FEC26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6" indent="0">
              <a:buNone/>
              <a:defRPr sz="1600" b="1"/>
            </a:lvl4pPr>
            <a:lvl5pPr marL="1828848" indent="0">
              <a:buNone/>
              <a:defRPr sz="1600" b="1"/>
            </a:lvl5pPr>
            <a:lvl6pPr marL="2286060" indent="0">
              <a:buNone/>
              <a:defRPr sz="1600" b="1"/>
            </a:lvl6pPr>
            <a:lvl7pPr marL="2743271" indent="0">
              <a:buNone/>
              <a:defRPr sz="1600" b="1"/>
            </a:lvl7pPr>
            <a:lvl8pPr marL="3200484" indent="0">
              <a:buNone/>
              <a:defRPr sz="1600" b="1"/>
            </a:lvl8pPr>
            <a:lvl9pPr marL="36576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4065-8149-5E6B-F919-A24815BE9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0CEF4-89AA-B3EB-663A-B94B5558C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6" indent="0">
              <a:buNone/>
              <a:defRPr sz="1600" b="1"/>
            </a:lvl4pPr>
            <a:lvl5pPr marL="1828848" indent="0">
              <a:buNone/>
              <a:defRPr sz="1600" b="1"/>
            </a:lvl5pPr>
            <a:lvl6pPr marL="2286060" indent="0">
              <a:buNone/>
              <a:defRPr sz="1600" b="1"/>
            </a:lvl6pPr>
            <a:lvl7pPr marL="2743271" indent="0">
              <a:buNone/>
              <a:defRPr sz="1600" b="1"/>
            </a:lvl7pPr>
            <a:lvl8pPr marL="3200484" indent="0">
              <a:buNone/>
              <a:defRPr sz="1600" b="1"/>
            </a:lvl8pPr>
            <a:lvl9pPr marL="36576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7CA33-105C-CFA0-E761-2E866AA4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6901E-5092-EC82-13C8-67EB899D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048B1-6649-7B3B-C426-F8146FE1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2DFD2-97F5-1EF9-2DE2-CD6CC6C6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2231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E5A8-157E-904E-46F8-DBE2C03E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0921B-8377-E876-3549-66C168B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C9FE-0A5E-69B4-B4A5-7BA85416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D461-0E86-E588-1AC1-681B2A3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9509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6C453-F971-1CDE-96FF-7F92630C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7C7A-B853-0821-7EB6-3B1FD61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FB2D-F42F-BF7C-C0AC-EEF3A4BF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292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5D09-9CB8-D9FF-6B59-B69DB9CD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916-020C-BE1D-92D7-2623C2FF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53A10-3520-AA4B-552C-5BA1F89C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6" indent="0">
              <a:buNone/>
              <a:defRPr sz="1000"/>
            </a:lvl4pPr>
            <a:lvl5pPr marL="1828848" indent="0">
              <a:buNone/>
              <a:defRPr sz="1000"/>
            </a:lvl5pPr>
            <a:lvl6pPr marL="2286060" indent="0">
              <a:buNone/>
              <a:defRPr sz="1000"/>
            </a:lvl6pPr>
            <a:lvl7pPr marL="2743271" indent="0">
              <a:buNone/>
              <a:defRPr sz="1000"/>
            </a:lvl7pPr>
            <a:lvl8pPr marL="3200484" indent="0">
              <a:buNone/>
              <a:defRPr sz="1000"/>
            </a:lvl8pPr>
            <a:lvl9pPr marL="36576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3C0B-8F68-8FA6-9276-24C1D17D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155EE-60C3-F061-A1CD-3A0557ED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BE57-75DF-2418-4A6C-B0101A4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90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189C-942E-0DDE-3913-79CB8FB1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2231F-CD7B-C56E-4391-57227ED1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6" indent="0">
              <a:buNone/>
              <a:defRPr sz="2000"/>
            </a:lvl4pPr>
            <a:lvl5pPr marL="1828848" indent="0">
              <a:buNone/>
              <a:defRPr sz="2000"/>
            </a:lvl5pPr>
            <a:lvl6pPr marL="2286060" indent="0">
              <a:buNone/>
              <a:defRPr sz="2000"/>
            </a:lvl6pPr>
            <a:lvl7pPr marL="2743271" indent="0">
              <a:buNone/>
              <a:defRPr sz="2000"/>
            </a:lvl7pPr>
            <a:lvl8pPr marL="3200484" indent="0">
              <a:buNone/>
              <a:defRPr sz="2000"/>
            </a:lvl8pPr>
            <a:lvl9pPr marL="365769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F146C-DD54-593F-E7B5-03D96DB1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6" indent="0">
              <a:buNone/>
              <a:defRPr sz="1000"/>
            </a:lvl4pPr>
            <a:lvl5pPr marL="1828848" indent="0">
              <a:buNone/>
              <a:defRPr sz="1000"/>
            </a:lvl5pPr>
            <a:lvl6pPr marL="2286060" indent="0">
              <a:buNone/>
              <a:defRPr sz="1000"/>
            </a:lvl6pPr>
            <a:lvl7pPr marL="2743271" indent="0">
              <a:buNone/>
              <a:defRPr sz="1000"/>
            </a:lvl7pPr>
            <a:lvl8pPr marL="3200484" indent="0">
              <a:buNone/>
              <a:defRPr sz="1000"/>
            </a:lvl8pPr>
            <a:lvl9pPr marL="36576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9EF4-53FC-3B18-D120-D222D848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41A1F-0AA8-77C4-6DDD-E9FF7B83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3B0A-B657-046A-1768-984E68F2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8318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E75D-531D-5B37-FFF6-28FDDBE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4200B-4063-49A3-F671-A36E408D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8FD0-CF8A-77A4-A397-8B3E0E50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D89-8527-001F-E49C-F1154DED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D891-D914-EF02-E981-BF532DF6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1258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AB7D2-EE58-E673-0EE6-0A463C0B0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54645-B623-E792-A124-95154AA70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0727-6AC4-E1A4-4836-EFD5C900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F1AE-E8B6-C033-D3D2-48613ECF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CF28-09C8-3745-1433-BAC48FBC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94172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014B481-386F-44E4-88EA-6DFC7C0EC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2" y="609606"/>
            <a:ext cx="11146972" cy="1363662"/>
          </a:xfrm>
        </p:spPr>
        <p:txBody>
          <a:bodyPr>
            <a:noAutofit/>
          </a:bodyPr>
          <a:lstStyle>
            <a:lvl1pPr marL="0" indent="0" algn="l">
              <a:buNone/>
              <a:defRPr sz="2302">
                <a:latin typeface="Montserrat" panose="00000500000000000000" pitchFamily="2" charset="0"/>
              </a:defRPr>
            </a:lvl1pPr>
            <a:lvl2pPr>
              <a:defRPr>
                <a:latin typeface="Montserrat Light" panose="00000400000000000000" pitchFamily="50" charset="0"/>
              </a:defRPr>
            </a:lvl2pPr>
            <a:lvl3pPr>
              <a:defRPr>
                <a:latin typeface="Montserrat Light" panose="00000400000000000000" pitchFamily="50" charset="0"/>
              </a:defRPr>
            </a:lvl3pPr>
            <a:lvl4pPr>
              <a:defRPr>
                <a:latin typeface="Montserrat Light" panose="00000400000000000000" pitchFamily="50" charset="0"/>
              </a:defRPr>
            </a:lvl4pPr>
            <a:lvl5pPr>
              <a:defRPr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6742FB-956E-4805-9A6F-7C7A99EDE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7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www.yourcompany.com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736A02-9190-4EC6-9260-E5D773BF5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2244" y="6489992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1">
                <a:solidFill>
                  <a:srgbClr val="FEA81E"/>
                </a:solidFill>
              </a:defRPr>
            </a:lvl1pPr>
          </a:lstStyle>
          <a:p>
            <a:fld id="{301888BD-454B-9140-A72D-361EE4519B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174"/>
      </p:ext>
    </p:extLst>
  </p:cSld>
  <p:clrMapOvr>
    <a:masterClrMapping/>
  </p:clrMapOvr>
  <p:hf hdr="0" dt="0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68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70558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6EE0973-D745-E014-3ADA-1709706E4D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111171"/>
            <a:ext cx="4870450" cy="5305506"/>
          </a:xfrm>
          <a:prstGeom prst="roundRect">
            <a:avLst>
              <a:gd name="adj" fmla="val 3359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8126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9917563-335D-909D-F17A-5E0705651C9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5475" y="1624783"/>
            <a:ext cx="4571648" cy="227584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3155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7382EA9F-1511-4AFB-10D6-2DD3A08511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70895" y="1688698"/>
            <a:ext cx="2636029" cy="4551651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F7E59CD-9BD3-90E9-AE83-5A33DC6D6F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860" y="2725338"/>
            <a:ext cx="2636029" cy="1590996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5677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011DB0C-9AAD-C489-5D8D-C9DE0F00411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52681" y="1598418"/>
            <a:ext cx="4777147" cy="293678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0687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849800E-2901-092F-E525-4F34929862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728" y="4657069"/>
            <a:ext cx="1543314" cy="1422383"/>
          </a:xfrm>
          <a:prstGeom prst="roundRect">
            <a:avLst>
              <a:gd name="adj" fmla="val 11841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5DCDD4BB-B426-DC08-B2E1-4545D3ECD7E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35555" y="1685875"/>
            <a:ext cx="4572285" cy="2550847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0744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01948E-D4F9-8387-CD0C-20B9ADFA200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2550" y="1664824"/>
            <a:ext cx="5421524" cy="2093710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1977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458BE509-50EF-066C-7A2D-0805B5149C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86154" y="2628391"/>
            <a:ext cx="3162934" cy="2706063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5079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B9E26FA-8D41-607A-97A4-FB3B67828A1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23003" y="1853663"/>
            <a:ext cx="2958844" cy="2461112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535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2428E402-430F-3C06-7E63-EC77A9925DF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76417" y="1944861"/>
            <a:ext cx="4284992" cy="2675198"/>
          </a:xfrm>
          <a:prstGeom prst="roundRect">
            <a:avLst>
              <a:gd name="adj" fmla="val 4698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3713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331465C-0AEF-D52F-FD60-431B4DF927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4435" y="1681166"/>
            <a:ext cx="2550514" cy="895781"/>
          </a:xfrm>
          <a:prstGeom prst="roundRect">
            <a:avLst>
              <a:gd name="adj" fmla="val 10186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4398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D9EF9055-E4D4-F47C-B91E-9D457C90A0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50302" y="4056374"/>
            <a:ext cx="4942461" cy="2275840"/>
          </a:xfrm>
          <a:prstGeom prst="roundRect">
            <a:avLst>
              <a:gd name="adj" fmla="val 510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916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9B265D-58AB-551A-ABFC-DFC7388B43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209800" y="1492742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71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745CCBB-A7BC-125E-FB55-98B570D885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256296" y="4685630"/>
            <a:ext cx="2238230" cy="1422383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2809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7825F29-C514-D385-7D27-10E2F478C5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9552" y="3615628"/>
            <a:ext cx="1720437" cy="2477814"/>
          </a:xfrm>
          <a:prstGeom prst="roundRect">
            <a:avLst>
              <a:gd name="adj" fmla="val 8214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924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821FFD2A-D1B0-BE42-63D9-EFA7BC55B9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83576" y="3429002"/>
            <a:ext cx="7165513" cy="2879714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6809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8832958D-1705-4BA4-19AA-D71D887536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4795" y="1658075"/>
            <a:ext cx="6948669" cy="2717156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2976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45A8B2F-6EAD-E9F4-D5D0-CEA59A83367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6053" y="1592637"/>
            <a:ext cx="1987531" cy="2300239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795876F-21C5-3831-2AF4-96B70F4C69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7331" y="4259666"/>
            <a:ext cx="2518326" cy="172563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1620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CC2E1B72-8389-03E9-982D-5AD9F72546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28397" y="1492742"/>
            <a:ext cx="6954491" cy="4414647"/>
          </a:xfrm>
          <a:prstGeom prst="roundRect">
            <a:avLst>
              <a:gd name="adj" fmla="val 0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0390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68F14B1-71B6-0C72-543C-618537690F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4296" y="2718368"/>
            <a:ext cx="3416769" cy="2425765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5428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FFA3AA00-1D34-07C2-F50D-0977E10F889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37746" y="2527357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B7CAF6D8-2A0E-EEB5-A840-2E4BB0AC674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68244" y="2527357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E291667A-6E60-8B08-9936-75E5BDD9F30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08422" y="2527357"/>
            <a:ext cx="2887195" cy="301245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9859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F724A48-24EA-5A79-70FA-B188E62AF25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9392" y="1887796"/>
            <a:ext cx="2418912" cy="188875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65BEFB53-BD6D-2644-CB51-F98C0C6007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9392" y="4260656"/>
            <a:ext cx="2418912" cy="1888758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1518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EDEAC72-782A-670D-64E9-E1501F568A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4046" y="1740915"/>
            <a:ext cx="2723408" cy="2626431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821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31EE91D-EF4A-34A2-B325-B9884586A7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9105" y="3886297"/>
            <a:ext cx="5974082" cy="2301417"/>
          </a:xfrm>
          <a:prstGeom prst="roundRect">
            <a:avLst>
              <a:gd name="adj" fmla="val 4967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777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2E1E0CB-98A0-36CC-347B-2ABD38C3EF3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065" y="1336876"/>
            <a:ext cx="5430940" cy="3734854"/>
          </a:xfrm>
          <a:prstGeom prst="roundRect">
            <a:avLst>
              <a:gd name="adj" fmla="val 3544"/>
            </a:avLst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 Image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7253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04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61F141C-0B11-CAEF-1DF7-CA3FC30B46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5023" y="3394760"/>
            <a:ext cx="10276119" cy="2701241"/>
          </a:xfrm>
          <a:custGeom>
            <a:avLst/>
            <a:gdLst>
              <a:gd name="connsiteX0" fmla="*/ 194336 w 10276119"/>
              <a:gd name="connsiteY0" fmla="*/ 0 h 2701241"/>
              <a:gd name="connsiteX1" fmla="*/ 10081783 w 10276119"/>
              <a:gd name="connsiteY1" fmla="*/ 0 h 2701241"/>
              <a:gd name="connsiteX2" fmla="*/ 10276119 w 10276119"/>
              <a:gd name="connsiteY2" fmla="*/ 199973 h 2701241"/>
              <a:gd name="connsiteX3" fmla="*/ 10276119 w 10276119"/>
              <a:gd name="connsiteY3" fmla="*/ 2501268 h 2701241"/>
              <a:gd name="connsiteX4" fmla="*/ 10081783 w 10276119"/>
              <a:gd name="connsiteY4" fmla="*/ 2701241 h 2701241"/>
              <a:gd name="connsiteX5" fmla="*/ 194336 w 10276119"/>
              <a:gd name="connsiteY5" fmla="*/ 2701241 h 2701241"/>
              <a:gd name="connsiteX6" fmla="*/ 0 w 10276119"/>
              <a:gd name="connsiteY6" fmla="*/ 2501268 h 2701241"/>
              <a:gd name="connsiteX7" fmla="*/ 0 w 10276119"/>
              <a:gd name="connsiteY7" fmla="*/ 199973 h 2701241"/>
              <a:gd name="connsiteX8" fmla="*/ 194336 w 10276119"/>
              <a:gd name="connsiteY8" fmla="*/ 0 h 2701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76119" h="2701241">
                <a:moveTo>
                  <a:pt x="194336" y="0"/>
                </a:moveTo>
                <a:lnTo>
                  <a:pt x="10081783" y="0"/>
                </a:lnTo>
                <a:cubicBezTo>
                  <a:pt x="10189112" y="0"/>
                  <a:pt x="10276119" y="89531"/>
                  <a:pt x="10276119" y="199973"/>
                </a:cubicBezTo>
                <a:lnTo>
                  <a:pt x="10276119" y="2501268"/>
                </a:lnTo>
                <a:cubicBezTo>
                  <a:pt x="10276119" y="2611710"/>
                  <a:pt x="10189112" y="2701241"/>
                  <a:pt x="10081783" y="2701241"/>
                </a:cubicBezTo>
                <a:lnTo>
                  <a:pt x="194336" y="2701241"/>
                </a:lnTo>
                <a:cubicBezTo>
                  <a:pt x="87007" y="2701241"/>
                  <a:pt x="0" y="2611710"/>
                  <a:pt x="0" y="2501268"/>
                </a:cubicBezTo>
                <a:lnTo>
                  <a:pt x="0" y="199973"/>
                </a:lnTo>
                <a:cubicBezTo>
                  <a:pt x="0" y="89531"/>
                  <a:pt x="87007" y="0"/>
                  <a:pt x="1943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1330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72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placeholder to tabl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3499717" y="1551964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575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sz="quarter" idx="12"/>
          </p:nvPr>
        </p:nvSpPr>
        <p:spPr>
          <a:xfrm>
            <a:off x="5294137" y="1549661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575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18" name="Picture Placeholder 2"/>
          <p:cNvSpPr>
            <a:spLocks noGrp="1" noChangeAspect="1"/>
          </p:cNvSpPr>
          <p:nvPr>
            <p:ph type="pic" sz="quarter" idx="13"/>
          </p:nvPr>
        </p:nvSpPr>
        <p:spPr>
          <a:xfrm>
            <a:off x="6890926" y="1551964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575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sz="quarter" idx="14"/>
          </p:nvPr>
        </p:nvSpPr>
        <p:spPr>
          <a:xfrm>
            <a:off x="8446508" y="1549661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575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sz="quarter" idx="15"/>
          </p:nvPr>
        </p:nvSpPr>
        <p:spPr>
          <a:xfrm>
            <a:off x="9899558" y="1551964"/>
            <a:ext cx="631101" cy="630936"/>
          </a:xfrm>
        </p:spPr>
        <p:txBody>
          <a:bodyPr>
            <a:normAutofit/>
          </a:bodyPr>
          <a:lstStyle>
            <a:lvl1pPr marL="0" indent="0">
              <a:buNone/>
              <a:defRPr sz="575">
                <a:latin typeface="Lato Light"/>
                <a:cs typeface="Lato Ligh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4879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rvices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0" y="3644900"/>
            <a:ext cx="12192000" cy="32131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247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Lato Light" charset="0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41188"/>
      </p:ext>
    </p:extLst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43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6" y="365126"/>
            <a:ext cx="11544299" cy="396875"/>
          </a:xfrm>
        </p:spPr>
        <p:txBody>
          <a:bodyPr>
            <a:noAutofit/>
          </a:bodyPr>
          <a:lstStyle>
            <a:lvl1pPr>
              <a:defRPr sz="2685" b="1">
                <a:solidFill>
                  <a:srgbClr val="40404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6" y="1825627"/>
            <a:ext cx="11544299" cy="43513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75"/>
              </a:spcBef>
              <a:defRPr sz="2302">
                <a:solidFill>
                  <a:srgbClr val="404040"/>
                </a:solidFill>
              </a:defRPr>
            </a:lvl1pPr>
            <a:lvl2pPr>
              <a:lnSpc>
                <a:spcPct val="100000"/>
              </a:lnSpc>
              <a:spcBef>
                <a:spcPts val="575"/>
              </a:spcBef>
              <a:defRPr sz="1918">
                <a:solidFill>
                  <a:srgbClr val="404040"/>
                </a:solidFill>
              </a:defRPr>
            </a:lvl2pPr>
            <a:lvl3pPr>
              <a:lnSpc>
                <a:spcPct val="100000"/>
              </a:lnSpc>
              <a:spcBef>
                <a:spcPts val="575"/>
              </a:spcBef>
              <a:defRPr sz="1726">
                <a:solidFill>
                  <a:srgbClr val="404040"/>
                </a:solidFill>
              </a:defRPr>
            </a:lvl3pPr>
            <a:lvl4pPr>
              <a:lnSpc>
                <a:spcPct val="100000"/>
              </a:lnSpc>
              <a:spcBef>
                <a:spcPts val="575"/>
              </a:spcBef>
              <a:defRPr sz="1534">
                <a:solidFill>
                  <a:srgbClr val="404040"/>
                </a:solidFill>
              </a:defRPr>
            </a:lvl4pPr>
            <a:lvl5pPr>
              <a:lnSpc>
                <a:spcPct val="100000"/>
              </a:lnSpc>
              <a:spcBef>
                <a:spcPts val="575"/>
              </a:spcBef>
              <a:defRPr sz="1534">
                <a:solidFill>
                  <a:srgbClr val="40404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Vigilant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506239-0914-4ACE-BD37-DC36CDA055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76" y="762003"/>
            <a:ext cx="11544299" cy="962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34">
                <a:solidFill>
                  <a:srgbClr val="40404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C32E20-5C09-4F58-A530-928662DBDE73}"/>
              </a:ext>
            </a:extLst>
          </p:cNvPr>
          <p:cNvCxnSpPr>
            <a:cxnSpLocks/>
          </p:cNvCxnSpPr>
          <p:nvPr userDrawn="1"/>
        </p:nvCxnSpPr>
        <p:spPr>
          <a:xfrm>
            <a:off x="209550" y="180977"/>
            <a:ext cx="0" cy="657225"/>
          </a:xfrm>
          <a:prstGeom prst="line">
            <a:avLst/>
          </a:prstGeom>
          <a:ln w="76200">
            <a:solidFill>
              <a:srgbClr val="FEA8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068040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61F141C-0B11-CAEF-1DF7-CA3FC30B46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5023" y="3394760"/>
            <a:ext cx="10276119" cy="2701241"/>
          </a:xfrm>
          <a:custGeom>
            <a:avLst/>
            <a:gdLst>
              <a:gd name="connsiteX0" fmla="*/ 194336 w 10276119"/>
              <a:gd name="connsiteY0" fmla="*/ 0 h 2701241"/>
              <a:gd name="connsiteX1" fmla="*/ 10081783 w 10276119"/>
              <a:gd name="connsiteY1" fmla="*/ 0 h 2701241"/>
              <a:gd name="connsiteX2" fmla="*/ 10276119 w 10276119"/>
              <a:gd name="connsiteY2" fmla="*/ 199973 h 2701241"/>
              <a:gd name="connsiteX3" fmla="*/ 10276119 w 10276119"/>
              <a:gd name="connsiteY3" fmla="*/ 2501268 h 2701241"/>
              <a:gd name="connsiteX4" fmla="*/ 10081783 w 10276119"/>
              <a:gd name="connsiteY4" fmla="*/ 2701241 h 2701241"/>
              <a:gd name="connsiteX5" fmla="*/ 194336 w 10276119"/>
              <a:gd name="connsiteY5" fmla="*/ 2701241 h 2701241"/>
              <a:gd name="connsiteX6" fmla="*/ 0 w 10276119"/>
              <a:gd name="connsiteY6" fmla="*/ 2501268 h 2701241"/>
              <a:gd name="connsiteX7" fmla="*/ 0 w 10276119"/>
              <a:gd name="connsiteY7" fmla="*/ 199973 h 2701241"/>
              <a:gd name="connsiteX8" fmla="*/ 194336 w 10276119"/>
              <a:gd name="connsiteY8" fmla="*/ 0 h 2701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76119" h="2701241">
                <a:moveTo>
                  <a:pt x="194336" y="0"/>
                </a:moveTo>
                <a:lnTo>
                  <a:pt x="10081783" y="0"/>
                </a:lnTo>
                <a:cubicBezTo>
                  <a:pt x="10189112" y="0"/>
                  <a:pt x="10276119" y="89531"/>
                  <a:pt x="10276119" y="199973"/>
                </a:cubicBezTo>
                <a:lnTo>
                  <a:pt x="10276119" y="2501268"/>
                </a:lnTo>
                <a:cubicBezTo>
                  <a:pt x="10276119" y="2611710"/>
                  <a:pt x="10189112" y="2701241"/>
                  <a:pt x="10081783" y="2701241"/>
                </a:cubicBezTo>
                <a:lnTo>
                  <a:pt x="194336" y="2701241"/>
                </a:lnTo>
                <a:cubicBezTo>
                  <a:pt x="87007" y="2701241"/>
                  <a:pt x="0" y="2611710"/>
                  <a:pt x="0" y="2501268"/>
                </a:cubicBezTo>
                <a:lnTo>
                  <a:pt x="0" y="199973"/>
                </a:lnTo>
                <a:cubicBezTo>
                  <a:pt x="0" y="89531"/>
                  <a:pt x="87007" y="0"/>
                  <a:pt x="1943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7367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528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AA3C-C82A-CEC1-D1BF-9D8AF8B6B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618F-9F2D-F513-2EBC-91E4DDAAD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6" indent="0" algn="ctr">
              <a:buNone/>
              <a:defRPr sz="1600"/>
            </a:lvl4pPr>
            <a:lvl5pPr marL="1828848" indent="0" algn="ctr">
              <a:buNone/>
              <a:defRPr sz="1600"/>
            </a:lvl5pPr>
            <a:lvl6pPr marL="2286060" indent="0" algn="ctr">
              <a:buNone/>
              <a:defRPr sz="1600"/>
            </a:lvl6pPr>
            <a:lvl7pPr marL="2743271" indent="0" algn="ctr">
              <a:buNone/>
              <a:defRPr sz="1600"/>
            </a:lvl7pPr>
            <a:lvl8pPr marL="3200484" indent="0" algn="ctr">
              <a:buNone/>
              <a:defRPr sz="1600"/>
            </a:lvl8pPr>
            <a:lvl9pPr marL="36576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3ACA-A29D-F6DF-A023-17D58A92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847C-3746-3C99-01BE-EC1E6C1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12522"/>
      </p:ext>
    </p:extLst>
  </p:cSld>
  <p:clrMapOvr>
    <a:masterClrMapping/>
  </p:clrMapOvr>
  <p:hf hdr="0" dt="0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AE9D-16CA-AF54-63AF-6834D915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92D1-1048-EF3A-1892-59BD022CA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24ADA-F404-E682-9CDC-45D32970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1497-BC35-C972-5F1D-D66FDF91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36961"/>
      </p:ext>
    </p:extLst>
  </p:cSld>
  <p:clrMapOvr>
    <a:masterClrMapping/>
  </p:clrMapOvr>
  <p:hf hdr="0" dt="0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49E0-9A15-B155-FB48-31CDA0B7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BE90-F09B-E207-08DF-A9FF25D4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3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7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1D43E-FCD3-A07D-9844-80C7DE4A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0BBF-6C62-5A6B-5A7F-6219155D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6976"/>
      </p:ext>
    </p:extLst>
  </p:cSld>
  <p:clrMapOvr>
    <a:masterClrMapping/>
  </p:clrMapOvr>
  <p:hf hdr="0" dt="0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1492-316D-BBED-7637-099B3EBF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B40F-1664-7DCB-8EFD-D2A335D43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4B2C4-6F10-7086-5603-4892D13A8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98E6-D8A0-E18E-8649-E7F46703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16B29-E0F3-E50B-1909-026CB94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44502"/>
      </p:ext>
    </p:extLst>
  </p:cSld>
  <p:clrMapOvr>
    <a:masterClrMapping/>
  </p:clrMapOvr>
  <p:hf hdr="0" dt="0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0C18-8789-9202-67C2-BC055CF1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F8B2B-F354-C08F-9CE3-F65FEC267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6" indent="0">
              <a:buNone/>
              <a:defRPr sz="1600" b="1"/>
            </a:lvl4pPr>
            <a:lvl5pPr marL="1828848" indent="0">
              <a:buNone/>
              <a:defRPr sz="1600" b="1"/>
            </a:lvl5pPr>
            <a:lvl6pPr marL="2286060" indent="0">
              <a:buNone/>
              <a:defRPr sz="1600" b="1"/>
            </a:lvl6pPr>
            <a:lvl7pPr marL="2743271" indent="0">
              <a:buNone/>
              <a:defRPr sz="1600" b="1"/>
            </a:lvl7pPr>
            <a:lvl8pPr marL="3200484" indent="0">
              <a:buNone/>
              <a:defRPr sz="1600" b="1"/>
            </a:lvl8pPr>
            <a:lvl9pPr marL="36576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4065-8149-5E6B-F919-A24815BE9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0CEF4-89AA-B3EB-663A-B94B5558C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6" indent="0">
              <a:buNone/>
              <a:defRPr sz="1600" b="1"/>
            </a:lvl4pPr>
            <a:lvl5pPr marL="1828848" indent="0">
              <a:buNone/>
              <a:defRPr sz="1600" b="1"/>
            </a:lvl5pPr>
            <a:lvl6pPr marL="2286060" indent="0">
              <a:buNone/>
              <a:defRPr sz="1600" b="1"/>
            </a:lvl6pPr>
            <a:lvl7pPr marL="2743271" indent="0">
              <a:buNone/>
              <a:defRPr sz="1600" b="1"/>
            </a:lvl7pPr>
            <a:lvl8pPr marL="3200484" indent="0">
              <a:buNone/>
              <a:defRPr sz="1600" b="1"/>
            </a:lvl8pPr>
            <a:lvl9pPr marL="36576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7CA33-105C-CFA0-E761-2E866AA48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6901E-5092-EC82-13C8-67EB899D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048B1-6649-7B3B-C426-F8146FE1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4293"/>
      </p:ext>
    </p:extLst>
  </p:cSld>
  <p:clrMapOvr>
    <a:masterClrMapping/>
  </p:clrMapOvr>
  <p:hf hdr="0" dt="0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E5A8-157E-904E-46F8-DBE2C03E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0921B-8377-E876-3549-66C168B1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4C9FE-0A5E-69B4-B4A5-7BA85416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39077"/>
      </p:ext>
    </p:extLst>
  </p:cSld>
  <p:clrMapOvr>
    <a:masterClrMapping/>
  </p:clrMapOvr>
  <p:hf hdr="0" dt="0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6C453-F971-1CDE-96FF-7F92630C1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D7C7A-B853-0821-7EB6-3B1FD61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6325"/>
      </p:ext>
    </p:extLst>
  </p:cSld>
  <p:clrMapOvr>
    <a:masterClrMapping/>
  </p:clrMapOvr>
  <p:hf hdr="0" dt="0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5D09-9CB8-D9FF-6B59-B69DB9CD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916-020C-BE1D-92D7-2623C2FF0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53A10-3520-AA4B-552C-5BA1F89C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6" indent="0">
              <a:buNone/>
              <a:defRPr sz="1000"/>
            </a:lvl4pPr>
            <a:lvl5pPr marL="1828848" indent="0">
              <a:buNone/>
              <a:defRPr sz="1000"/>
            </a:lvl5pPr>
            <a:lvl6pPr marL="2286060" indent="0">
              <a:buNone/>
              <a:defRPr sz="1000"/>
            </a:lvl6pPr>
            <a:lvl7pPr marL="2743271" indent="0">
              <a:buNone/>
              <a:defRPr sz="1000"/>
            </a:lvl7pPr>
            <a:lvl8pPr marL="3200484" indent="0">
              <a:buNone/>
              <a:defRPr sz="1000"/>
            </a:lvl8pPr>
            <a:lvl9pPr marL="36576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3C0B-8F68-8FA6-9276-24C1D17D8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155EE-60C3-F061-A1CD-3A0557ED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73830"/>
      </p:ext>
    </p:extLst>
  </p:cSld>
  <p:clrMapOvr>
    <a:masterClrMapping/>
  </p:clrMapOvr>
  <p:hf hdr="0" dt="0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189C-942E-0DDE-3913-79CB8FB1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2231F-CD7B-C56E-4391-57227ED1B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6" indent="0">
              <a:buNone/>
              <a:defRPr sz="2000"/>
            </a:lvl4pPr>
            <a:lvl5pPr marL="1828848" indent="0">
              <a:buNone/>
              <a:defRPr sz="2000"/>
            </a:lvl5pPr>
            <a:lvl6pPr marL="2286060" indent="0">
              <a:buNone/>
              <a:defRPr sz="2000"/>
            </a:lvl6pPr>
            <a:lvl7pPr marL="2743271" indent="0">
              <a:buNone/>
              <a:defRPr sz="2000"/>
            </a:lvl7pPr>
            <a:lvl8pPr marL="3200484" indent="0">
              <a:buNone/>
              <a:defRPr sz="2000"/>
            </a:lvl8pPr>
            <a:lvl9pPr marL="365769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F146C-DD54-593F-E7B5-03D96DB1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6" indent="0">
              <a:buNone/>
              <a:defRPr sz="1000"/>
            </a:lvl4pPr>
            <a:lvl5pPr marL="1828848" indent="0">
              <a:buNone/>
              <a:defRPr sz="1000"/>
            </a:lvl5pPr>
            <a:lvl6pPr marL="2286060" indent="0">
              <a:buNone/>
              <a:defRPr sz="1000"/>
            </a:lvl6pPr>
            <a:lvl7pPr marL="2743271" indent="0">
              <a:buNone/>
              <a:defRPr sz="1000"/>
            </a:lvl7pPr>
            <a:lvl8pPr marL="3200484" indent="0">
              <a:buNone/>
              <a:defRPr sz="1000"/>
            </a:lvl8pPr>
            <a:lvl9pPr marL="36576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D9EF4-53FC-3B18-D120-D222D848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41A1F-0AA8-77C4-6DDD-E9FF7B83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74326"/>
      </p:ext>
    </p:extLst>
  </p:cSld>
  <p:clrMapOvr>
    <a:masterClrMapping/>
  </p:clrMapOvr>
  <p:hf hdr="0" dt="0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E75D-531D-5B37-FFF6-28FDDBE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4200B-4063-49A3-F671-A36E408D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78FD0-CF8A-77A4-A397-8B3E0E50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D89-8527-001F-E49C-F1154DED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7594"/>
      </p:ext>
    </p:extLst>
  </p:cSld>
  <p:clrMapOvr>
    <a:masterClrMapping/>
  </p:clrMapOvr>
  <p:hf hdr="0" dt="0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AB7D2-EE58-E673-0EE6-0A463C0B0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54645-B623-E792-A124-95154AA70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0727-6AC4-E1A4-4836-EFD5C900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F1AE-E8B6-C033-D3D2-48613ECF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59634"/>
      </p:ext>
    </p:extLst>
  </p:cSld>
  <p:clrMapOvr>
    <a:masterClrMapping/>
  </p:clrMapOvr>
  <p:hf hdr="0" dt="0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3014B481-386F-44E4-88EA-6DFC7C0EC4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2" y="609606"/>
            <a:ext cx="11146972" cy="1363662"/>
          </a:xfrm>
        </p:spPr>
        <p:txBody>
          <a:bodyPr>
            <a:noAutofit/>
          </a:bodyPr>
          <a:lstStyle>
            <a:lvl1pPr marL="0" indent="0" algn="l">
              <a:buNone/>
              <a:defRPr sz="2302">
                <a:latin typeface="Montserrat" panose="00000500000000000000" pitchFamily="2" charset="0"/>
              </a:defRPr>
            </a:lvl1pPr>
            <a:lvl2pPr>
              <a:defRPr>
                <a:latin typeface="Montserrat Light" panose="00000400000000000000" pitchFamily="50" charset="0"/>
              </a:defRPr>
            </a:lvl2pPr>
            <a:lvl3pPr>
              <a:defRPr>
                <a:latin typeface="Montserrat Light" panose="00000400000000000000" pitchFamily="50" charset="0"/>
              </a:defRPr>
            </a:lvl3pPr>
            <a:lvl4pPr>
              <a:defRPr>
                <a:latin typeface="Montserrat Light" panose="00000400000000000000" pitchFamily="50" charset="0"/>
              </a:defRPr>
            </a:lvl4pPr>
            <a:lvl5pPr>
              <a:defRPr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76742FB-956E-4805-9A6F-7C7A99EDE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7"/>
            <a:ext cx="41148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www.yourcompany.com</a:t>
            </a:r>
          </a:p>
        </p:txBody>
      </p:sp>
    </p:spTree>
    <p:extLst>
      <p:ext uri="{BB962C8B-B14F-4D97-AF65-F5344CB8AC3E}">
        <p14:creationId xmlns:p14="http://schemas.microsoft.com/office/powerpoint/2010/main" val="2278763376"/>
      </p:ext>
    </p:extLst>
  </p:cSld>
  <p:clrMapOvr>
    <a:masterClrMapping/>
  </p:clrMapOvr>
  <p:hf hdr="0" dt="0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838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8CE42C-9DA6-A9B5-4004-35E5A0219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723" y="655320"/>
            <a:ext cx="2099733" cy="2099186"/>
          </a:xfrm>
          <a:custGeom>
            <a:avLst/>
            <a:gdLst>
              <a:gd name="connsiteX0" fmla="*/ 1049593 w 2099186"/>
              <a:gd name="connsiteY0" fmla="*/ 0 h 2099186"/>
              <a:gd name="connsiteX1" fmla="*/ 2099186 w 2099186"/>
              <a:gd name="connsiteY1" fmla="*/ 1049593 h 2099186"/>
              <a:gd name="connsiteX2" fmla="*/ 1049593 w 2099186"/>
              <a:gd name="connsiteY2" fmla="*/ 2099186 h 2099186"/>
              <a:gd name="connsiteX3" fmla="*/ 0 w 2099186"/>
              <a:gd name="connsiteY3" fmla="*/ 1049593 h 2099186"/>
              <a:gd name="connsiteX4" fmla="*/ 1049593 w 2099186"/>
              <a:gd name="connsiteY4" fmla="*/ 0 h 209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9186" h="2099186">
                <a:moveTo>
                  <a:pt x="1049593" y="0"/>
                </a:moveTo>
                <a:cubicBezTo>
                  <a:pt x="1629267" y="0"/>
                  <a:pt x="2099186" y="469919"/>
                  <a:pt x="2099186" y="1049593"/>
                </a:cubicBezTo>
                <a:cubicBezTo>
                  <a:pt x="2099186" y="1629267"/>
                  <a:pt x="1629267" y="2099186"/>
                  <a:pt x="1049593" y="2099186"/>
                </a:cubicBezTo>
                <a:cubicBezTo>
                  <a:pt x="469919" y="2099186"/>
                  <a:pt x="0" y="1629267"/>
                  <a:pt x="0" y="1049593"/>
                </a:cubicBezTo>
                <a:cubicBezTo>
                  <a:pt x="0" y="469919"/>
                  <a:pt x="469919" y="0"/>
                  <a:pt x="1049593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9136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A956D-BCDE-490B-B069-FA2DDC0AC0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08003" y="1002744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333" b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71" indent="0">
              <a:buNone/>
              <a:defRPr sz="1600"/>
            </a:lvl2pPr>
            <a:lvl3pPr marL="1219140" indent="0">
              <a:buNone/>
              <a:defRPr sz="1333"/>
            </a:lvl3pPr>
            <a:lvl4pPr marL="1828712" indent="0">
              <a:buNone/>
              <a:defRPr sz="1200"/>
            </a:lvl4pPr>
            <a:lvl5pPr marL="2438281" indent="0">
              <a:buNone/>
              <a:defRPr sz="1200"/>
            </a:lvl5pPr>
            <a:lvl6pPr marL="3047852" indent="0">
              <a:buNone/>
              <a:defRPr sz="1200"/>
            </a:lvl6pPr>
            <a:lvl7pPr marL="3657420" indent="0">
              <a:buNone/>
              <a:defRPr sz="1200"/>
            </a:lvl7pPr>
            <a:lvl8pPr marL="4266992" indent="0">
              <a:buNone/>
              <a:defRPr sz="1200"/>
            </a:lvl8pPr>
            <a:lvl9pPr marL="4876562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693989F-F1BF-49AD-91A8-244A539F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3" y="279402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733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54840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ig Picture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69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dt="0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 &amp; Sub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6EC6E-44AF-4B8F-8148-0F55BF777E1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7093" y="884975"/>
            <a:ext cx="11157817" cy="19954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4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86" indent="0">
              <a:buNone/>
              <a:defRPr sz="1600"/>
            </a:lvl2pPr>
            <a:lvl3pPr marL="1219171" indent="0">
              <a:buNone/>
              <a:defRPr sz="1333"/>
            </a:lvl3pPr>
            <a:lvl4pPr marL="1828756" indent="0">
              <a:buNone/>
              <a:defRPr sz="1200"/>
            </a:lvl4pPr>
            <a:lvl5pPr marL="2438341" indent="0">
              <a:buNone/>
              <a:defRPr sz="1200"/>
            </a:lvl5pPr>
            <a:lvl6pPr marL="3047928" indent="0">
              <a:buNone/>
              <a:defRPr sz="1200"/>
            </a:lvl6pPr>
            <a:lvl7pPr marL="3657513" indent="0">
              <a:buNone/>
              <a:defRPr sz="1200"/>
            </a:lvl7pPr>
            <a:lvl8pPr marL="4267099" indent="0">
              <a:buNone/>
              <a:defRPr sz="1200"/>
            </a:lvl8pPr>
            <a:lvl9pPr marL="4876685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F3FE2B5-59ED-40B8-B474-81969D1B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93" y="382774"/>
            <a:ext cx="11157817" cy="4455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6020064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54EFB7-73D8-E7D4-7237-E0E408BD3E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1952872"/>
            <a:ext cx="2851355" cy="4905129"/>
          </a:xfrm>
          <a:custGeom>
            <a:avLst/>
            <a:gdLst>
              <a:gd name="connsiteX0" fmla="*/ 0 w 2851355"/>
              <a:gd name="connsiteY0" fmla="*/ 0 h 6858000"/>
              <a:gd name="connsiteX1" fmla="*/ 2851355 w 2851355"/>
              <a:gd name="connsiteY1" fmla="*/ 0 h 6858000"/>
              <a:gd name="connsiteX2" fmla="*/ 2851355 w 2851355"/>
              <a:gd name="connsiteY2" fmla="*/ 6858000 h 6858000"/>
              <a:gd name="connsiteX3" fmla="*/ 0 w 28513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1355" h="6858000">
                <a:moveTo>
                  <a:pt x="0" y="0"/>
                </a:moveTo>
                <a:lnTo>
                  <a:pt x="2851355" y="0"/>
                </a:lnTo>
                <a:lnTo>
                  <a:pt x="285135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604"/>
            </a:lvl1pPr>
          </a:lstStyle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CF511C-BB28-5181-8A22-C88742B30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3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618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3453DAC-80C6-9E01-A319-9776A2DA1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7" y="1088686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618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56403080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17BDF75-871D-7CB3-7D8F-4429BBBB619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10483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1D4F80-5749-6D7C-2BE8-42E2110F250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41685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1FE2F41-C057-ACA2-21E0-644C49849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2887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A53AB8-E030-6A80-BC35-80D441E104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04087" y="1968392"/>
            <a:ext cx="2433035" cy="1106332"/>
          </a:xfrm>
          <a:custGeom>
            <a:avLst/>
            <a:gdLst>
              <a:gd name="connsiteX0" fmla="*/ 0 w 2433035"/>
              <a:gd name="connsiteY0" fmla="*/ 0 h 1106332"/>
              <a:gd name="connsiteX1" fmla="*/ 2433035 w 2433035"/>
              <a:gd name="connsiteY1" fmla="*/ 0 h 1106332"/>
              <a:gd name="connsiteX2" fmla="*/ 2433035 w 2433035"/>
              <a:gd name="connsiteY2" fmla="*/ 1106332 h 1106332"/>
              <a:gd name="connsiteX3" fmla="*/ 0 w 2433035"/>
              <a:gd name="connsiteY3" fmla="*/ 1106332 h 110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035" h="1106332">
                <a:moveTo>
                  <a:pt x="0" y="0"/>
                </a:moveTo>
                <a:lnTo>
                  <a:pt x="2433035" y="0"/>
                </a:lnTo>
                <a:lnTo>
                  <a:pt x="2433035" y="1106332"/>
                </a:lnTo>
                <a:lnTo>
                  <a:pt x="0" y="11063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lang="en-US" sz="1604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5909CE1-E775-2B4C-3A66-002CCA1A7E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2528" y="466023"/>
            <a:ext cx="9352572" cy="6776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6618" rtl="0" eaLnBrk="1" latinLnBrk="0" hangingPunct="1">
              <a:lnSpc>
                <a:spcPts val="4712"/>
              </a:lnSpc>
              <a:buNone/>
              <a:defRPr lang="en-US" sz="3710" b="1" kern="1200" spc="-145" dirty="0">
                <a:solidFill>
                  <a:schemeClr val="tx1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3C8F47D-4B90-05CD-620E-CE70A5B943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577" y="1088686"/>
            <a:ext cx="8893195" cy="296322"/>
          </a:xfrm>
          <a:prstGeom prst="rect">
            <a:avLst/>
          </a:prstGeom>
        </p:spPr>
        <p:txBody>
          <a:bodyPr/>
          <a:lstStyle>
            <a:lvl1pPr marL="0" indent="0" algn="l" defTabSz="916618" rtl="0" eaLnBrk="1" latinLnBrk="0" hangingPunct="1">
              <a:lnSpc>
                <a:spcPts val="2105"/>
              </a:lnSpc>
              <a:buNone/>
              <a:defRPr lang="en-US" sz="1504" kern="1200" spc="-60" dirty="0">
                <a:solidFill>
                  <a:schemeClr val="tx2"/>
                </a:solidFill>
                <a:latin typeface="Roboto Medium" panose="020000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631355965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F8F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41206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_0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51221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am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D2C6D61-37A5-4C0F-99CB-6581B03574C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7093" y="884975"/>
            <a:ext cx="11157817" cy="199546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86" indent="0">
              <a:buNone/>
              <a:defRPr sz="1600"/>
            </a:lvl2pPr>
            <a:lvl3pPr marL="1219171" indent="0">
              <a:buNone/>
              <a:defRPr sz="1333"/>
            </a:lvl3pPr>
            <a:lvl4pPr marL="1828756" indent="0">
              <a:buNone/>
              <a:defRPr sz="1200"/>
            </a:lvl4pPr>
            <a:lvl5pPr marL="2438341" indent="0">
              <a:buNone/>
              <a:defRPr sz="1200"/>
            </a:lvl5pPr>
            <a:lvl6pPr marL="3047928" indent="0">
              <a:buNone/>
              <a:defRPr sz="1200"/>
            </a:lvl6pPr>
            <a:lvl7pPr marL="3657513" indent="0">
              <a:buNone/>
              <a:defRPr sz="1200"/>
            </a:lvl7pPr>
            <a:lvl8pPr marL="4267099" indent="0">
              <a:buNone/>
              <a:defRPr sz="1200"/>
            </a:lvl8pPr>
            <a:lvl9pPr marL="4876685" indent="0">
              <a:buNone/>
              <a:defRPr sz="12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C9F98A4-0E69-44AF-8E5B-F80515E0C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93" y="382774"/>
            <a:ext cx="11157817" cy="44550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988813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C23F2A4-93C0-4E8F-BA2E-4F2F5218D7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528458"/>
            <a:ext cx="12192000" cy="2329543"/>
          </a:xfrm>
          <a:custGeom>
            <a:avLst/>
            <a:gdLst>
              <a:gd name="connsiteX0" fmla="*/ 0 w 12192000"/>
              <a:gd name="connsiteY0" fmla="*/ 0 h 2329543"/>
              <a:gd name="connsiteX1" fmla="*/ 12192000 w 12192000"/>
              <a:gd name="connsiteY1" fmla="*/ 0 h 2329543"/>
              <a:gd name="connsiteX2" fmla="*/ 12192000 w 12192000"/>
              <a:gd name="connsiteY2" fmla="*/ 2329543 h 2329543"/>
              <a:gd name="connsiteX3" fmla="*/ 0 w 12192000"/>
              <a:gd name="connsiteY3" fmla="*/ 2329543 h 2329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29543">
                <a:moveTo>
                  <a:pt x="0" y="0"/>
                </a:moveTo>
                <a:lnTo>
                  <a:pt x="12192000" y="0"/>
                </a:lnTo>
                <a:lnTo>
                  <a:pt x="12192000" y="2329543"/>
                </a:lnTo>
                <a:lnTo>
                  <a:pt x="0" y="23295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85490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ADDA86-5479-4382-8073-CFE7498D1F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8540" y="2151603"/>
            <a:ext cx="2513330" cy="1408820"/>
          </a:xfrm>
          <a:custGeom>
            <a:avLst/>
            <a:gdLst>
              <a:gd name="connsiteX0" fmla="*/ 110733 w 2513330"/>
              <a:gd name="connsiteY0" fmla="*/ 0 h 1408820"/>
              <a:gd name="connsiteX1" fmla="*/ 2402597 w 2513330"/>
              <a:gd name="connsiteY1" fmla="*/ 0 h 1408820"/>
              <a:gd name="connsiteX2" fmla="*/ 2513330 w 2513330"/>
              <a:gd name="connsiteY2" fmla="*/ 110733 h 1408820"/>
              <a:gd name="connsiteX3" fmla="*/ 2513330 w 2513330"/>
              <a:gd name="connsiteY3" fmla="*/ 1298087 h 1408820"/>
              <a:gd name="connsiteX4" fmla="*/ 2402597 w 2513330"/>
              <a:gd name="connsiteY4" fmla="*/ 1408820 h 1408820"/>
              <a:gd name="connsiteX5" fmla="*/ 110733 w 2513330"/>
              <a:gd name="connsiteY5" fmla="*/ 1408820 h 1408820"/>
              <a:gd name="connsiteX6" fmla="*/ 0 w 2513330"/>
              <a:gd name="connsiteY6" fmla="*/ 1298087 h 1408820"/>
              <a:gd name="connsiteX7" fmla="*/ 0 w 2513330"/>
              <a:gd name="connsiteY7" fmla="*/ 110733 h 1408820"/>
              <a:gd name="connsiteX8" fmla="*/ 110733 w 2513330"/>
              <a:gd name="connsiteY8" fmla="*/ 0 h 140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3330" h="1408820">
                <a:moveTo>
                  <a:pt x="110733" y="0"/>
                </a:moveTo>
                <a:lnTo>
                  <a:pt x="2402597" y="0"/>
                </a:lnTo>
                <a:cubicBezTo>
                  <a:pt x="2463753" y="0"/>
                  <a:pt x="2513330" y="49577"/>
                  <a:pt x="2513330" y="110733"/>
                </a:cubicBezTo>
                <a:lnTo>
                  <a:pt x="2513330" y="1298087"/>
                </a:lnTo>
                <a:cubicBezTo>
                  <a:pt x="2513330" y="1359243"/>
                  <a:pt x="2463753" y="1408820"/>
                  <a:pt x="2402597" y="1408820"/>
                </a:cubicBezTo>
                <a:lnTo>
                  <a:pt x="110733" y="1408820"/>
                </a:lnTo>
                <a:cubicBezTo>
                  <a:pt x="49577" y="1408820"/>
                  <a:pt x="0" y="1359243"/>
                  <a:pt x="0" y="1298087"/>
                </a:cubicBezTo>
                <a:lnTo>
                  <a:pt x="0" y="110733"/>
                </a:lnTo>
                <a:cubicBezTo>
                  <a:pt x="0" y="49577"/>
                  <a:pt x="49577" y="0"/>
                  <a:pt x="1107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9625F6D-D897-421B-B50D-CF874940ED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08540" y="4413265"/>
            <a:ext cx="2513330" cy="1408820"/>
          </a:xfrm>
          <a:custGeom>
            <a:avLst/>
            <a:gdLst>
              <a:gd name="connsiteX0" fmla="*/ 110733 w 2513330"/>
              <a:gd name="connsiteY0" fmla="*/ 0 h 1408820"/>
              <a:gd name="connsiteX1" fmla="*/ 2402597 w 2513330"/>
              <a:gd name="connsiteY1" fmla="*/ 0 h 1408820"/>
              <a:gd name="connsiteX2" fmla="*/ 2513330 w 2513330"/>
              <a:gd name="connsiteY2" fmla="*/ 110733 h 1408820"/>
              <a:gd name="connsiteX3" fmla="*/ 2513330 w 2513330"/>
              <a:gd name="connsiteY3" fmla="*/ 1298087 h 1408820"/>
              <a:gd name="connsiteX4" fmla="*/ 2402597 w 2513330"/>
              <a:gd name="connsiteY4" fmla="*/ 1408820 h 1408820"/>
              <a:gd name="connsiteX5" fmla="*/ 110733 w 2513330"/>
              <a:gd name="connsiteY5" fmla="*/ 1408820 h 1408820"/>
              <a:gd name="connsiteX6" fmla="*/ 0 w 2513330"/>
              <a:gd name="connsiteY6" fmla="*/ 1298087 h 1408820"/>
              <a:gd name="connsiteX7" fmla="*/ 0 w 2513330"/>
              <a:gd name="connsiteY7" fmla="*/ 110733 h 1408820"/>
              <a:gd name="connsiteX8" fmla="*/ 110733 w 2513330"/>
              <a:gd name="connsiteY8" fmla="*/ 0 h 1408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3330" h="1408820">
                <a:moveTo>
                  <a:pt x="110733" y="0"/>
                </a:moveTo>
                <a:lnTo>
                  <a:pt x="2402597" y="0"/>
                </a:lnTo>
                <a:cubicBezTo>
                  <a:pt x="2463753" y="0"/>
                  <a:pt x="2513330" y="49577"/>
                  <a:pt x="2513330" y="110733"/>
                </a:cubicBezTo>
                <a:lnTo>
                  <a:pt x="2513330" y="1298087"/>
                </a:lnTo>
                <a:cubicBezTo>
                  <a:pt x="2513330" y="1359243"/>
                  <a:pt x="2463753" y="1408820"/>
                  <a:pt x="2402597" y="1408820"/>
                </a:cubicBezTo>
                <a:lnTo>
                  <a:pt x="110733" y="1408820"/>
                </a:lnTo>
                <a:cubicBezTo>
                  <a:pt x="49577" y="1408820"/>
                  <a:pt x="0" y="1359243"/>
                  <a:pt x="0" y="1298087"/>
                </a:cubicBezTo>
                <a:lnTo>
                  <a:pt x="0" y="110733"/>
                </a:lnTo>
                <a:cubicBezTo>
                  <a:pt x="0" y="49577"/>
                  <a:pt x="49577" y="0"/>
                  <a:pt x="1107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793230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62EE217-7925-40B9-9703-1CE65328AF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99689" y="708710"/>
            <a:ext cx="3149600" cy="1538514"/>
          </a:xfrm>
          <a:custGeom>
            <a:avLst/>
            <a:gdLst>
              <a:gd name="connsiteX0" fmla="*/ 109127 w 3149600"/>
              <a:gd name="connsiteY0" fmla="*/ 0 h 1538514"/>
              <a:gd name="connsiteX1" fmla="*/ 3040473 w 3149600"/>
              <a:gd name="connsiteY1" fmla="*/ 0 h 1538514"/>
              <a:gd name="connsiteX2" fmla="*/ 3149600 w 3149600"/>
              <a:gd name="connsiteY2" fmla="*/ 109127 h 1538514"/>
              <a:gd name="connsiteX3" fmla="*/ 3149600 w 3149600"/>
              <a:gd name="connsiteY3" fmla="*/ 1429387 h 1538514"/>
              <a:gd name="connsiteX4" fmla="*/ 3040473 w 3149600"/>
              <a:gd name="connsiteY4" fmla="*/ 1538514 h 1538514"/>
              <a:gd name="connsiteX5" fmla="*/ 109127 w 3149600"/>
              <a:gd name="connsiteY5" fmla="*/ 1538514 h 1538514"/>
              <a:gd name="connsiteX6" fmla="*/ 0 w 3149600"/>
              <a:gd name="connsiteY6" fmla="*/ 1429387 h 1538514"/>
              <a:gd name="connsiteX7" fmla="*/ 0 w 3149600"/>
              <a:gd name="connsiteY7" fmla="*/ 109127 h 1538514"/>
              <a:gd name="connsiteX8" fmla="*/ 109127 w 3149600"/>
              <a:gd name="connsiteY8" fmla="*/ 0 h 15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9600" h="1538514">
                <a:moveTo>
                  <a:pt x="109127" y="0"/>
                </a:moveTo>
                <a:lnTo>
                  <a:pt x="3040473" y="0"/>
                </a:lnTo>
                <a:cubicBezTo>
                  <a:pt x="3100742" y="0"/>
                  <a:pt x="3149600" y="48858"/>
                  <a:pt x="3149600" y="109127"/>
                </a:cubicBezTo>
                <a:lnTo>
                  <a:pt x="3149600" y="1429387"/>
                </a:lnTo>
                <a:cubicBezTo>
                  <a:pt x="3149600" y="1489656"/>
                  <a:pt x="3100742" y="1538514"/>
                  <a:pt x="3040473" y="1538514"/>
                </a:cubicBezTo>
                <a:lnTo>
                  <a:pt x="109127" y="1538514"/>
                </a:lnTo>
                <a:cubicBezTo>
                  <a:pt x="48858" y="1538514"/>
                  <a:pt x="0" y="1489656"/>
                  <a:pt x="0" y="1429387"/>
                </a:cubicBezTo>
                <a:lnTo>
                  <a:pt x="0" y="109127"/>
                </a:lnTo>
                <a:cubicBezTo>
                  <a:pt x="0" y="48858"/>
                  <a:pt x="48858" y="0"/>
                  <a:pt x="1091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0AD3586-9D38-422F-AA77-E085B182D2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8316" y="2659743"/>
            <a:ext cx="3149600" cy="1538514"/>
          </a:xfrm>
          <a:custGeom>
            <a:avLst/>
            <a:gdLst>
              <a:gd name="connsiteX0" fmla="*/ 109127 w 3149600"/>
              <a:gd name="connsiteY0" fmla="*/ 0 h 1538514"/>
              <a:gd name="connsiteX1" fmla="*/ 3040473 w 3149600"/>
              <a:gd name="connsiteY1" fmla="*/ 0 h 1538514"/>
              <a:gd name="connsiteX2" fmla="*/ 3149600 w 3149600"/>
              <a:gd name="connsiteY2" fmla="*/ 109127 h 1538514"/>
              <a:gd name="connsiteX3" fmla="*/ 3149600 w 3149600"/>
              <a:gd name="connsiteY3" fmla="*/ 1429387 h 1538514"/>
              <a:gd name="connsiteX4" fmla="*/ 3040473 w 3149600"/>
              <a:gd name="connsiteY4" fmla="*/ 1538514 h 1538514"/>
              <a:gd name="connsiteX5" fmla="*/ 109127 w 3149600"/>
              <a:gd name="connsiteY5" fmla="*/ 1538514 h 1538514"/>
              <a:gd name="connsiteX6" fmla="*/ 0 w 3149600"/>
              <a:gd name="connsiteY6" fmla="*/ 1429387 h 1538514"/>
              <a:gd name="connsiteX7" fmla="*/ 0 w 3149600"/>
              <a:gd name="connsiteY7" fmla="*/ 109127 h 1538514"/>
              <a:gd name="connsiteX8" fmla="*/ 109127 w 3149600"/>
              <a:gd name="connsiteY8" fmla="*/ 0 h 15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9600" h="1538514">
                <a:moveTo>
                  <a:pt x="109127" y="0"/>
                </a:moveTo>
                <a:lnTo>
                  <a:pt x="3040473" y="0"/>
                </a:lnTo>
                <a:cubicBezTo>
                  <a:pt x="3100742" y="0"/>
                  <a:pt x="3149600" y="48858"/>
                  <a:pt x="3149600" y="109127"/>
                </a:cubicBezTo>
                <a:lnTo>
                  <a:pt x="3149600" y="1429387"/>
                </a:lnTo>
                <a:cubicBezTo>
                  <a:pt x="3149600" y="1489656"/>
                  <a:pt x="3100742" y="1538514"/>
                  <a:pt x="3040473" y="1538514"/>
                </a:cubicBezTo>
                <a:lnTo>
                  <a:pt x="109127" y="1538514"/>
                </a:lnTo>
                <a:cubicBezTo>
                  <a:pt x="48858" y="1538514"/>
                  <a:pt x="0" y="1489656"/>
                  <a:pt x="0" y="1429387"/>
                </a:cubicBezTo>
                <a:lnTo>
                  <a:pt x="0" y="109127"/>
                </a:lnTo>
                <a:cubicBezTo>
                  <a:pt x="0" y="48858"/>
                  <a:pt x="48858" y="0"/>
                  <a:pt x="1091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C64302F-64BF-4E4C-B46E-5E2EF60034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99689" y="4610776"/>
            <a:ext cx="3149600" cy="1538514"/>
          </a:xfrm>
          <a:custGeom>
            <a:avLst/>
            <a:gdLst>
              <a:gd name="connsiteX0" fmla="*/ 109127 w 3149600"/>
              <a:gd name="connsiteY0" fmla="*/ 0 h 1538514"/>
              <a:gd name="connsiteX1" fmla="*/ 3040473 w 3149600"/>
              <a:gd name="connsiteY1" fmla="*/ 0 h 1538514"/>
              <a:gd name="connsiteX2" fmla="*/ 3149600 w 3149600"/>
              <a:gd name="connsiteY2" fmla="*/ 109127 h 1538514"/>
              <a:gd name="connsiteX3" fmla="*/ 3149600 w 3149600"/>
              <a:gd name="connsiteY3" fmla="*/ 1429387 h 1538514"/>
              <a:gd name="connsiteX4" fmla="*/ 3040473 w 3149600"/>
              <a:gd name="connsiteY4" fmla="*/ 1538514 h 1538514"/>
              <a:gd name="connsiteX5" fmla="*/ 109127 w 3149600"/>
              <a:gd name="connsiteY5" fmla="*/ 1538514 h 1538514"/>
              <a:gd name="connsiteX6" fmla="*/ 0 w 3149600"/>
              <a:gd name="connsiteY6" fmla="*/ 1429387 h 1538514"/>
              <a:gd name="connsiteX7" fmla="*/ 0 w 3149600"/>
              <a:gd name="connsiteY7" fmla="*/ 109127 h 1538514"/>
              <a:gd name="connsiteX8" fmla="*/ 109127 w 3149600"/>
              <a:gd name="connsiteY8" fmla="*/ 0 h 15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9600" h="1538514">
                <a:moveTo>
                  <a:pt x="109127" y="0"/>
                </a:moveTo>
                <a:lnTo>
                  <a:pt x="3040473" y="0"/>
                </a:lnTo>
                <a:cubicBezTo>
                  <a:pt x="3100742" y="0"/>
                  <a:pt x="3149600" y="48858"/>
                  <a:pt x="3149600" y="109127"/>
                </a:cubicBezTo>
                <a:lnTo>
                  <a:pt x="3149600" y="1429387"/>
                </a:lnTo>
                <a:cubicBezTo>
                  <a:pt x="3149600" y="1489656"/>
                  <a:pt x="3100742" y="1538514"/>
                  <a:pt x="3040473" y="1538514"/>
                </a:cubicBezTo>
                <a:lnTo>
                  <a:pt x="109127" y="1538514"/>
                </a:lnTo>
                <a:cubicBezTo>
                  <a:pt x="48858" y="1538514"/>
                  <a:pt x="0" y="1489656"/>
                  <a:pt x="0" y="1429387"/>
                </a:cubicBezTo>
                <a:lnTo>
                  <a:pt x="0" y="109127"/>
                </a:lnTo>
                <a:cubicBezTo>
                  <a:pt x="0" y="48858"/>
                  <a:pt x="48858" y="0"/>
                  <a:pt x="1091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020920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3FB589-BDD4-47A9-A92F-5BB0CA34BE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3579" y="2146300"/>
            <a:ext cx="3083051" cy="3318274"/>
          </a:xfrm>
          <a:custGeom>
            <a:avLst/>
            <a:gdLst>
              <a:gd name="connsiteX0" fmla="*/ 136487 w 3083051"/>
              <a:gd name="connsiteY0" fmla="*/ 0 h 3318274"/>
              <a:gd name="connsiteX1" fmla="*/ 2946564 w 3083051"/>
              <a:gd name="connsiteY1" fmla="*/ 0 h 3318274"/>
              <a:gd name="connsiteX2" fmla="*/ 3083051 w 3083051"/>
              <a:gd name="connsiteY2" fmla="*/ 136487 h 3318274"/>
              <a:gd name="connsiteX3" fmla="*/ 3083051 w 3083051"/>
              <a:gd name="connsiteY3" fmla="*/ 3181787 h 3318274"/>
              <a:gd name="connsiteX4" fmla="*/ 2946564 w 3083051"/>
              <a:gd name="connsiteY4" fmla="*/ 3318274 h 3318274"/>
              <a:gd name="connsiteX5" fmla="*/ 136487 w 3083051"/>
              <a:gd name="connsiteY5" fmla="*/ 3318274 h 3318274"/>
              <a:gd name="connsiteX6" fmla="*/ 0 w 3083051"/>
              <a:gd name="connsiteY6" fmla="*/ 3181787 h 3318274"/>
              <a:gd name="connsiteX7" fmla="*/ 0 w 3083051"/>
              <a:gd name="connsiteY7" fmla="*/ 136487 h 3318274"/>
              <a:gd name="connsiteX8" fmla="*/ 136487 w 3083051"/>
              <a:gd name="connsiteY8" fmla="*/ 0 h 331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83051" h="3318274">
                <a:moveTo>
                  <a:pt x="136487" y="0"/>
                </a:moveTo>
                <a:lnTo>
                  <a:pt x="2946564" y="0"/>
                </a:lnTo>
                <a:cubicBezTo>
                  <a:pt x="3021944" y="0"/>
                  <a:pt x="3083051" y="61107"/>
                  <a:pt x="3083051" y="136487"/>
                </a:cubicBezTo>
                <a:lnTo>
                  <a:pt x="3083051" y="3181787"/>
                </a:lnTo>
                <a:cubicBezTo>
                  <a:pt x="3083051" y="3257167"/>
                  <a:pt x="3021944" y="3318274"/>
                  <a:pt x="2946564" y="3318274"/>
                </a:cubicBezTo>
                <a:lnTo>
                  <a:pt x="136487" y="3318274"/>
                </a:lnTo>
                <a:cubicBezTo>
                  <a:pt x="61107" y="3318274"/>
                  <a:pt x="0" y="3257167"/>
                  <a:pt x="0" y="3181787"/>
                </a:cubicBezTo>
                <a:lnTo>
                  <a:pt x="0" y="136487"/>
                </a:lnTo>
                <a:cubicBezTo>
                  <a:pt x="0" y="61107"/>
                  <a:pt x="61107" y="0"/>
                  <a:pt x="13648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422276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F24294E-7955-4868-A8A5-694A006190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1115" y="4930918"/>
            <a:ext cx="3352800" cy="1038286"/>
          </a:xfrm>
          <a:custGeom>
            <a:avLst/>
            <a:gdLst>
              <a:gd name="connsiteX0" fmla="*/ 114990 w 3352800"/>
              <a:gd name="connsiteY0" fmla="*/ 0 h 1038286"/>
              <a:gd name="connsiteX1" fmla="*/ 3237810 w 3352800"/>
              <a:gd name="connsiteY1" fmla="*/ 0 h 1038286"/>
              <a:gd name="connsiteX2" fmla="*/ 3352800 w 3352800"/>
              <a:gd name="connsiteY2" fmla="*/ 114990 h 1038286"/>
              <a:gd name="connsiteX3" fmla="*/ 3352800 w 3352800"/>
              <a:gd name="connsiteY3" fmla="*/ 923296 h 1038286"/>
              <a:gd name="connsiteX4" fmla="*/ 3237810 w 3352800"/>
              <a:gd name="connsiteY4" fmla="*/ 1038286 h 1038286"/>
              <a:gd name="connsiteX5" fmla="*/ 114990 w 3352800"/>
              <a:gd name="connsiteY5" fmla="*/ 1038286 h 1038286"/>
              <a:gd name="connsiteX6" fmla="*/ 0 w 3352800"/>
              <a:gd name="connsiteY6" fmla="*/ 923296 h 1038286"/>
              <a:gd name="connsiteX7" fmla="*/ 0 w 3352800"/>
              <a:gd name="connsiteY7" fmla="*/ 114990 h 1038286"/>
              <a:gd name="connsiteX8" fmla="*/ 114990 w 3352800"/>
              <a:gd name="connsiteY8" fmla="*/ 0 h 103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2800" h="1038286">
                <a:moveTo>
                  <a:pt x="114990" y="0"/>
                </a:moveTo>
                <a:lnTo>
                  <a:pt x="3237810" y="0"/>
                </a:lnTo>
                <a:cubicBezTo>
                  <a:pt x="3301317" y="0"/>
                  <a:pt x="3352800" y="51483"/>
                  <a:pt x="3352800" y="114990"/>
                </a:cubicBezTo>
                <a:lnTo>
                  <a:pt x="3352800" y="923296"/>
                </a:lnTo>
                <a:cubicBezTo>
                  <a:pt x="3352800" y="986803"/>
                  <a:pt x="3301317" y="1038286"/>
                  <a:pt x="3237810" y="1038286"/>
                </a:cubicBezTo>
                <a:lnTo>
                  <a:pt x="114990" y="1038286"/>
                </a:lnTo>
                <a:cubicBezTo>
                  <a:pt x="51483" y="1038286"/>
                  <a:pt x="0" y="986803"/>
                  <a:pt x="0" y="923296"/>
                </a:cubicBezTo>
                <a:lnTo>
                  <a:pt x="0" y="114990"/>
                </a:lnTo>
                <a:cubicBezTo>
                  <a:pt x="0" y="51483"/>
                  <a:pt x="51483" y="0"/>
                  <a:pt x="1149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74C3370-664F-4AE9-8AED-5DFE3DBD06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24600" y="4930918"/>
            <a:ext cx="3352800" cy="1038286"/>
          </a:xfrm>
          <a:custGeom>
            <a:avLst/>
            <a:gdLst>
              <a:gd name="connsiteX0" fmla="*/ 114990 w 3352800"/>
              <a:gd name="connsiteY0" fmla="*/ 0 h 1038286"/>
              <a:gd name="connsiteX1" fmla="*/ 3237810 w 3352800"/>
              <a:gd name="connsiteY1" fmla="*/ 0 h 1038286"/>
              <a:gd name="connsiteX2" fmla="*/ 3352800 w 3352800"/>
              <a:gd name="connsiteY2" fmla="*/ 114990 h 1038286"/>
              <a:gd name="connsiteX3" fmla="*/ 3352800 w 3352800"/>
              <a:gd name="connsiteY3" fmla="*/ 923296 h 1038286"/>
              <a:gd name="connsiteX4" fmla="*/ 3237810 w 3352800"/>
              <a:gd name="connsiteY4" fmla="*/ 1038286 h 1038286"/>
              <a:gd name="connsiteX5" fmla="*/ 114990 w 3352800"/>
              <a:gd name="connsiteY5" fmla="*/ 1038286 h 1038286"/>
              <a:gd name="connsiteX6" fmla="*/ 0 w 3352800"/>
              <a:gd name="connsiteY6" fmla="*/ 923296 h 1038286"/>
              <a:gd name="connsiteX7" fmla="*/ 0 w 3352800"/>
              <a:gd name="connsiteY7" fmla="*/ 114990 h 1038286"/>
              <a:gd name="connsiteX8" fmla="*/ 114990 w 3352800"/>
              <a:gd name="connsiteY8" fmla="*/ 0 h 103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2800" h="1038286">
                <a:moveTo>
                  <a:pt x="114990" y="0"/>
                </a:moveTo>
                <a:lnTo>
                  <a:pt x="3237810" y="0"/>
                </a:lnTo>
                <a:cubicBezTo>
                  <a:pt x="3301317" y="0"/>
                  <a:pt x="3352800" y="51483"/>
                  <a:pt x="3352800" y="114990"/>
                </a:cubicBezTo>
                <a:lnTo>
                  <a:pt x="3352800" y="923296"/>
                </a:lnTo>
                <a:cubicBezTo>
                  <a:pt x="3352800" y="986803"/>
                  <a:pt x="3301317" y="1038286"/>
                  <a:pt x="3237810" y="1038286"/>
                </a:cubicBezTo>
                <a:lnTo>
                  <a:pt x="114990" y="1038286"/>
                </a:lnTo>
                <a:cubicBezTo>
                  <a:pt x="51483" y="1038286"/>
                  <a:pt x="0" y="986803"/>
                  <a:pt x="0" y="923296"/>
                </a:cubicBezTo>
                <a:lnTo>
                  <a:pt x="0" y="114990"/>
                </a:lnTo>
                <a:cubicBezTo>
                  <a:pt x="0" y="51483"/>
                  <a:pt x="51483" y="0"/>
                  <a:pt x="1149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960571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3567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8.xml"/><Relationship Id="rId24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80.xml"/><Relationship Id="rId26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2.xml"/><Relationship Id="rId28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7.xml"/><Relationship Id="rId33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9.xml"/><Relationship Id="rId35" Type="http://schemas.openxmlformats.org/officeDocument/2006/relationships/theme" Target="../theme/theme2.xml"/><Relationship Id="rId36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1.xml"/><Relationship Id="rId13" Type="http://schemas.openxmlformats.org/officeDocument/2006/relationships/theme" Target="../theme/theme3.xml"/><Relationship Id="rId14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116.xml"/><Relationship Id="rId16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19.xml"/><Relationship Id="rId19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121.xml"/><Relationship Id="rId21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123.xml"/><Relationship Id="rId23" Type="http://schemas.openxmlformats.org/officeDocument/2006/relationships/slideLayout" Target="../slideLayouts/slideLayout124.xml"/><Relationship Id="rId24" Type="http://schemas.openxmlformats.org/officeDocument/2006/relationships/slideLayout" Target="../slideLayouts/slideLayout125.xml"/><Relationship Id="rId25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127.xml"/><Relationship Id="rId27" Type="http://schemas.openxmlformats.org/officeDocument/2006/relationships/slideLayout" Target="../slideLayouts/slideLayout128.xml"/><Relationship Id="rId28" Type="http://schemas.openxmlformats.org/officeDocument/2006/relationships/slideLayout" Target="../slideLayouts/slideLayout129.xml"/><Relationship Id="rId29" Type="http://schemas.openxmlformats.org/officeDocument/2006/relationships/slideLayout" Target="../slideLayouts/slideLayout130.xml"/><Relationship Id="rId30" Type="http://schemas.openxmlformats.org/officeDocument/2006/relationships/slideLayout" Target="../slideLayouts/slideLayout131.xml"/><Relationship Id="rId31" Type="http://schemas.openxmlformats.org/officeDocument/2006/relationships/slideLayout" Target="../slideLayouts/slideLayout132.xml"/><Relationship Id="rId32" Type="http://schemas.openxmlformats.org/officeDocument/2006/relationships/slideLayout" Target="../slideLayouts/slideLayout133.xml"/><Relationship Id="rId33" Type="http://schemas.openxmlformats.org/officeDocument/2006/relationships/slideLayout" Target="../slideLayouts/slideLayout134.xml"/><Relationship Id="rId34" Type="http://schemas.openxmlformats.org/officeDocument/2006/relationships/slideLayout" Target="../slideLayouts/slideLayout135.xml"/><Relationship Id="rId35" Type="http://schemas.openxmlformats.org/officeDocument/2006/relationships/theme" Target="../theme/theme4.xml"/><Relationship Id="rId36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2.xml"/><Relationship Id="rId8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46.xml"/><Relationship Id="rId12" Type="http://schemas.openxmlformats.org/officeDocument/2006/relationships/slideLayout" Target="../slideLayouts/slideLayout147.xml"/><Relationship Id="rId13" Type="http://schemas.openxmlformats.org/officeDocument/2006/relationships/slideLayout" Target="../slideLayouts/slideLayout148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60.xml"/><Relationship Id="rId13" Type="http://schemas.openxmlformats.org/officeDocument/2006/relationships/slideLayout" Target="../slideLayouts/slideLayout161.xml"/><Relationship Id="rId14" Type="http://schemas.openxmlformats.org/officeDocument/2006/relationships/slideLayout" Target="../slideLayouts/slideLayout162.xml"/><Relationship Id="rId15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64.xml"/><Relationship Id="rId17" Type="http://schemas.openxmlformats.org/officeDocument/2006/relationships/slideLayout" Target="../slideLayouts/slideLayout165.xml"/><Relationship Id="rId18" Type="http://schemas.openxmlformats.org/officeDocument/2006/relationships/slideLayout" Target="../slideLayouts/slideLayout166.xml"/><Relationship Id="rId19" Type="http://schemas.openxmlformats.org/officeDocument/2006/relationships/slideLayout" Target="../slideLayouts/slideLayout167.xml"/><Relationship Id="rId20" Type="http://schemas.openxmlformats.org/officeDocument/2006/relationships/slideLayout" Target="../slideLayouts/slideLayout168.xml"/><Relationship Id="rId21" Type="http://schemas.openxmlformats.org/officeDocument/2006/relationships/slideLayout" Target="../slideLayouts/slideLayout169.xml"/><Relationship Id="rId22" Type="http://schemas.openxmlformats.org/officeDocument/2006/relationships/slideLayout" Target="../slideLayouts/slideLayout170.xml"/><Relationship Id="rId23" Type="http://schemas.openxmlformats.org/officeDocument/2006/relationships/slideLayout" Target="../slideLayouts/slideLayout171.xml"/><Relationship Id="rId24" Type="http://schemas.openxmlformats.org/officeDocument/2006/relationships/slideLayout" Target="../slideLayouts/slideLayout172.xml"/><Relationship Id="rId25" Type="http://schemas.openxmlformats.org/officeDocument/2006/relationships/slideLayout" Target="../slideLayouts/slideLayout173.xml"/><Relationship Id="rId26" Type="http://schemas.openxmlformats.org/officeDocument/2006/relationships/slideLayout" Target="../slideLayouts/slideLayout174.xml"/><Relationship Id="rId27" Type="http://schemas.openxmlformats.org/officeDocument/2006/relationships/slideLayout" Target="../slideLayouts/slideLayout175.xml"/><Relationship Id="rId28" Type="http://schemas.openxmlformats.org/officeDocument/2006/relationships/slideLayout" Target="../slideLayouts/slideLayout176.xml"/><Relationship Id="rId29" Type="http://schemas.openxmlformats.org/officeDocument/2006/relationships/slideLayout" Target="../slideLayouts/slideLayout177.xml"/><Relationship Id="rId30" Type="http://schemas.openxmlformats.org/officeDocument/2006/relationships/slideLayout" Target="../slideLayouts/slideLayout178.xml"/><Relationship Id="rId31" Type="http://schemas.openxmlformats.org/officeDocument/2006/relationships/slideLayout" Target="../slideLayouts/slideLayout179.xml"/><Relationship Id="rId32" Type="http://schemas.openxmlformats.org/officeDocument/2006/relationships/slideLayout" Target="../slideLayouts/slideLayout180.xml"/><Relationship Id="rId33" Type="http://schemas.openxmlformats.org/officeDocument/2006/relationships/slideLayout" Target="../slideLayouts/slideLayout181.xml"/><Relationship Id="rId34" Type="http://schemas.openxmlformats.org/officeDocument/2006/relationships/slideLayout" Target="../slideLayouts/slideLayout182.xml"/><Relationship Id="rId35" Type="http://schemas.openxmlformats.org/officeDocument/2006/relationships/slideLayout" Target="../slideLayouts/slideLayout183.xml"/><Relationship Id="rId36" Type="http://schemas.openxmlformats.org/officeDocument/2006/relationships/slideLayout" Target="../slideLayouts/slideLayout184.xml"/><Relationship Id="rId37" Type="http://schemas.openxmlformats.org/officeDocument/2006/relationships/slideLayout" Target="../slideLayouts/slideLayout185.xml"/><Relationship Id="rId38" Type="http://schemas.openxmlformats.org/officeDocument/2006/relationships/slideLayout" Target="../slideLayouts/slideLayout186.xml"/><Relationship Id="rId39" Type="http://schemas.openxmlformats.org/officeDocument/2006/relationships/slideLayout" Target="../slideLayouts/slideLayout187.xml"/><Relationship Id="rId40" Type="http://schemas.openxmlformats.org/officeDocument/2006/relationships/slideLayout" Target="../slideLayouts/slideLayout188.xml"/><Relationship Id="rId41" Type="http://schemas.openxmlformats.org/officeDocument/2006/relationships/slideLayout" Target="../slideLayouts/slideLayout189.xml"/><Relationship Id="rId42" Type="http://schemas.openxmlformats.org/officeDocument/2006/relationships/slideLayout" Target="../slideLayouts/slideLayout190.xml"/><Relationship Id="rId43" Type="http://schemas.openxmlformats.org/officeDocument/2006/relationships/slideLayout" Target="../slideLayouts/slideLayout191.xml"/><Relationship Id="rId44" Type="http://schemas.openxmlformats.org/officeDocument/2006/relationships/slideLayout" Target="../slideLayouts/slideLayout192.xml"/><Relationship Id="rId45" Type="http://schemas.openxmlformats.org/officeDocument/2006/relationships/slideLayout" Target="../slideLayouts/slideLayout193.xml"/><Relationship Id="rId46" Type="http://schemas.openxmlformats.org/officeDocument/2006/relationships/slideLayout" Target="../slideLayouts/slideLayout194.xml"/><Relationship Id="rId4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201.xml"/><Relationship Id="rId8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06.xml"/><Relationship Id="rId13" Type="http://schemas.openxmlformats.org/officeDocument/2006/relationships/slideLayout" Target="../slideLayouts/slideLayout207.xml"/><Relationship Id="rId14" Type="http://schemas.openxmlformats.org/officeDocument/2006/relationships/slideLayout" Target="../slideLayouts/slideLayout208.xml"/><Relationship Id="rId15" Type="http://schemas.openxmlformats.org/officeDocument/2006/relationships/slideLayout" Target="../slideLayouts/slideLayout209.xml"/><Relationship Id="rId16" Type="http://schemas.openxmlformats.org/officeDocument/2006/relationships/slideLayout" Target="../slideLayouts/slideLayout210.xml"/><Relationship Id="rId17" Type="http://schemas.openxmlformats.org/officeDocument/2006/relationships/slideLayout" Target="../slideLayouts/slideLayout211.xml"/><Relationship Id="rId18" Type="http://schemas.openxmlformats.org/officeDocument/2006/relationships/slideLayout" Target="../slideLayouts/slideLayout212.xml"/><Relationship Id="rId19" Type="http://schemas.openxmlformats.org/officeDocument/2006/relationships/slideLayout" Target="../slideLayouts/slideLayout213.xml"/><Relationship Id="rId20" Type="http://schemas.openxmlformats.org/officeDocument/2006/relationships/slideLayout" Target="../slideLayouts/slideLayout214.xml"/><Relationship Id="rId21" Type="http://schemas.openxmlformats.org/officeDocument/2006/relationships/slideLayout" Target="../slideLayouts/slideLayout215.xml"/><Relationship Id="rId22" Type="http://schemas.openxmlformats.org/officeDocument/2006/relationships/slideLayout" Target="../slideLayouts/slideLayout216.xml"/><Relationship Id="rId23" Type="http://schemas.openxmlformats.org/officeDocument/2006/relationships/slideLayout" Target="../slideLayouts/slideLayout217.xml"/><Relationship Id="rId24" Type="http://schemas.openxmlformats.org/officeDocument/2006/relationships/slideLayout" Target="../slideLayouts/slideLayout218.xml"/><Relationship Id="rId25" Type="http://schemas.openxmlformats.org/officeDocument/2006/relationships/slideLayout" Target="../slideLayouts/slideLayout219.xml"/><Relationship Id="rId26" Type="http://schemas.openxmlformats.org/officeDocument/2006/relationships/slideLayout" Target="../slideLayouts/slideLayout220.xml"/><Relationship Id="rId27" Type="http://schemas.openxmlformats.org/officeDocument/2006/relationships/slideLayout" Target="../slideLayouts/slideLayout221.xml"/><Relationship Id="rId28" Type="http://schemas.openxmlformats.org/officeDocument/2006/relationships/slideLayout" Target="../slideLayouts/slideLayout222.xml"/><Relationship Id="rId29" Type="http://schemas.openxmlformats.org/officeDocument/2006/relationships/theme" Target="../theme/theme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F3A9-F7E2-8875-9BA1-66E3ECE7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5F238-13C8-5DF5-1AFB-A698C376F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0582-3272-3F45-6993-D268D5C74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1FFB-C136-08EB-1C2A-479E0EBA1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3906-639C-6AE8-9BFF-DD0AB3EB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9625D1-1B43-5F59-60F1-04268BBCF5BC}"/>
              </a:ext>
            </a:extLst>
          </p:cNvPr>
          <p:cNvCxnSpPr>
            <a:cxnSpLocks/>
          </p:cNvCxnSpPr>
          <p:nvPr userDrawn="1"/>
        </p:nvCxnSpPr>
        <p:spPr>
          <a:xfrm>
            <a:off x="457200" y="456255"/>
            <a:ext cx="0" cy="274320"/>
          </a:xfrm>
          <a:prstGeom prst="line">
            <a:avLst/>
          </a:prstGeom>
          <a:ln w="25400" cap="rnd">
            <a:solidFill>
              <a:srgbClr val="FF8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A395FB1E-43F9-85CB-1C1B-12482683B22D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552" y="364815"/>
            <a:ext cx="1601138" cy="457200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FDA38F7-23E5-82C1-A5C7-D53A92AAF919}"/>
              </a:ext>
            </a:extLst>
          </p:cNvPr>
          <p:cNvSpPr txBox="1">
            <a:spLocks/>
          </p:cNvSpPr>
          <p:nvPr userDrawn="1"/>
        </p:nvSpPr>
        <p:spPr>
          <a:xfrm>
            <a:off x="457200" y="6473952"/>
            <a:ext cx="4742805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5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900">
                <a:solidFill>
                  <a:srgbClr val="555F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2026 Vigilant.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F9C1C5D8-B3D9-6A17-9CF0-725CBBD8F6D9}"/>
              </a:ext>
            </a:extLst>
          </p:cNvPr>
          <p:cNvSpPr txBox="1">
            <a:spLocks/>
          </p:cNvSpPr>
          <p:nvPr userDrawn="1"/>
        </p:nvSpPr>
        <p:spPr>
          <a:xfrm>
            <a:off x="11426089" y="6473952"/>
            <a:ext cx="312471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066355A-084C-D24E-9AD2-7E4FC41EA627}" type="slidenum">
              <a:rPr lang="en-US" sz="900" smtClean="0">
                <a:solidFill>
                  <a:srgbClr val="555F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>
                <a:defRPr/>
              </a:pPr>
              <a:t>‹#›</a:t>
            </a:fld>
            <a:endParaRPr lang="en-US" sz="900">
              <a:solidFill>
                <a:srgbClr val="555F6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91245-A1F8-488D-F43B-D625F593BBFB}"/>
              </a:ext>
            </a:extLst>
          </p:cNvPr>
          <p:cNvSpPr txBox="1"/>
          <p:nvPr userDrawn="1"/>
        </p:nvSpPr>
        <p:spPr>
          <a:xfrm>
            <a:off x="6404150" y="6473952"/>
            <a:ext cx="489314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F6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Collaborative Transformation. Proven Results. </a:t>
            </a:r>
            <a:endParaRPr kumimoji="0" lang="en-ID" sz="900" b="0" i="0" u="none" strike="noStrike" kern="1200" cap="none" spc="0" normalizeH="0" baseline="0" noProof="0">
              <a:ln>
                <a:noFill/>
              </a:ln>
              <a:solidFill>
                <a:srgbClr val="555F6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23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963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6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42" r:id="rId42"/>
    <p:sldLayoutId id="2147483817" r:id="rId43"/>
    <p:sldLayoutId id="2147483818" r:id="rId44"/>
    <p:sldLayoutId id="2147483819" r:id="rId45"/>
    <p:sldLayoutId id="2147483821" r:id="rId46"/>
    <p:sldLayoutId id="2147483822" r:id="rId47"/>
    <p:sldLayoutId id="2147483823" r:id="rId48"/>
    <p:sldLayoutId id="2147483827" r:id="rId49"/>
    <p:sldLayoutId id="2147483828" r:id="rId50"/>
    <p:sldLayoutId id="2147483829" r:id="rId51"/>
    <p:sldLayoutId id="2147483831" r:id="rId52"/>
    <p:sldLayoutId id="2147483832" r:id="rId53"/>
    <p:sldLayoutId id="2147483833" r:id="rId54"/>
    <p:sldLayoutId id="2147483834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B96EC0-861F-BD5E-6417-A74D3EAA0170}"/>
              </a:ext>
            </a:extLst>
          </p:cNvPr>
          <p:cNvCxnSpPr>
            <a:cxnSpLocks/>
          </p:cNvCxnSpPr>
          <p:nvPr/>
        </p:nvCxnSpPr>
        <p:spPr>
          <a:xfrm>
            <a:off x="457200" y="456255"/>
            <a:ext cx="0" cy="274320"/>
          </a:xfrm>
          <a:prstGeom prst="line">
            <a:avLst/>
          </a:prstGeom>
          <a:ln w="25400" cap="rnd">
            <a:solidFill>
              <a:srgbClr val="FF8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226E0FC-0C15-2A5F-020C-9F277BD9CC9B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552" y="364815"/>
            <a:ext cx="1601138" cy="4572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9F6E6CC-45A4-AF50-AC50-5615068396E2}"/>
              </a:ext>
            </a:extLst>
          </p:cNvPr>
          <p:cNvSpPr txBox="1">
            <a:spLocks/>
          </p:cNvSpPr>
          <p:nvPr/>
        </p:nvSpPr>
        <p:spPr>
          <a:xfrm>
            <a:off x="11426089" y="6473952"/>
            <a:ext cx="312471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066355A-084C-D24E-9AD2-7E4FC41EA627}" type="slidenum">
              <a:rPr lang="en-US" sz="900" smtClean="0">
                <a:solidFill>
                  <a:srgbClr val="555F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>
                <a:defRPr/>
              </a:pPr>
              <a:t>‹#›</a:t>
            </a:fld>
            <a:endParaRPr lang="en-US" sz="900">
              <a:solidFill>
                <a:srgbClr val="555F6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83EEB-EFCB-E7F2-D5B1-9D8D5364DDA7}"/>
              </a:ext>
            </a:extLst>
          </p:cNvPr>
          <p:cNvSpPr txBox="1"/>
          <p:nvPr/>
        </p:nvSpPr>
        <p:spPr>
          <a:xfrm>
            <a:off x="6404150" y="6473952"/>
            <a:ext cx="489314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F6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Collaborative Transformation. Proven Results. </a:t>
            </a:r>
            <a:endParaRPr kumimoji="0" lang="en-ID" sz="900" b="0" i="0" u="none" strike="noStrike" kern="1200" cap="none" spc="0" normalizeH="0" baseline="0" noProof="0">
              <a:ln>
                <a:noFill/>
              </a:ln>
              <a:solidFill>
                <a:srgbClr val="555F6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2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8" r:id="rId21"/>
    <p:sldLayoutId id="2147483789" r:id="rId22"/>
    <p:sldLayoutId id="2147483790" r:id="rId23"/>
    <p:sldLayoutId id="2147483791" r:id="rId24"/>
    <p:sldLayoutId id="2147483792" r:id="rId25"/>
    <p:sldLayoutId id="2147483793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  <p:sldLayoutId id="2147483800" r:id="rId33"/>
    <p:sldLayoutId id="2147483801" r:id="rId3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278">
          <p15:clr>
            <a:srgbClr val="F26B43"/>
          </p15:clr>
        </p15:guide>
        <p15:guide id="6" orient="horz" pos="404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F3A9-F7E2-8875-9BA1-66E3ECE7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5F238-13C8-5DF5-1AFB-A698C376F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0582-3272-3F45-6993-D268D5C74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1FFB-C136-08EB-1C2A-479E0EBA1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3906-639C-6AE8-9BFF-DD0AB3EB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92C96B-A280-5173-2747-E327853A15C4}"/>
              </a:ext>
            </a:extLst>
          </p:cNvPr>
          <p:cNvCxnSpPr>
            <a:cxnSpLocks/>
          </p:cNvCxnSpPr>
          <p:nvPr userDrawn="1"/>
        </p:nvCxnSpPr>
        <p:spPr>
          <a:xfrm>
            <a:off x="457200" y="456255"/>
            <a:ext cx="0" cy="274320"/>
          </a:xfrm>
          <a:prstGeom prst="line">
            <a:avLst/>
          </a:prstGeom>
          <a:ln w="25400" cap="rnd">
            <a:solidFill>
              <a:srgbClr val="FF8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EAAFCC-396D-3281-1FA5-0F3CA713C09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552" y="364815"/>
            <a:ext cx="1601138" cy="457200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67E9352-C105-21AC-7144-8E3B115246AB}"/>
              </a:ext>
            </a:extLst>
          </p:cNvPr>
          <p:cNvSpPr txBox="1">
            <a:spLocks/>
          </p:cNvSpPr>
          <p:nvPr userDrawn="1"/>
        </p:nvSpPr>
        <p:spPr>
          <a:xfrm>
            <a:off x="11426089" y="6473952"/>
            <a:ext cx="312471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066355A-084C-D24E-9AD2-7E4FC41EA627}" type="slidenum">
              <a:rPr lang="en-US" sz="900" smtClean="0">
                <a:solidFill>
                  <a:srgbClr val="555F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>
                <a:defRPr/>
              </a:pPr>
              <a:t>‹#›</a:t>
            </a:fld>
            <a:endParaRPr lang="en-US" sz="900">
              <a:solidFill>
                <a:srgbClr val="555F6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33BD3-30D3-CFEF-E2B2-A9BB86385C1A}"/>
              </a:ext>
            </a:extLst>
          </p:cNvPr>
          <p:cNvSpPr txBox="1"/>
          <p:nvPr userDrawn="1"/>
        </p:nvSpPr>
        <p:spPr>
          <a:xfrm>
            <a:off x="6404150" y="6473952"/>
            <a:ext cx="489314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F6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Collaborative Transformation. Proven Results. </a:t>
            </a:r>
            <a:endParaRPr kumimoji="0" lang="en-ID" sz="900" b="0" i="0" u="none" strike="noStrike" kern="1200" cap="none" spc="0" normalizeH="0" baseline="0" noProof="0">
              <a:ln>
                <a:noFill/>
              </a:ln>
              <a:solidFill>
                <a:srgbClr val="555F6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06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B96EC0-861F-BD5E-6417-A74D3EAA0170}"/>
              </a:ext>
            </a:extLst>
          </p:cNvPr>
          <p:cNvCxnSpPr>
            <a:cxnSpLocks/>
          </p:cNvCxnSpPr>
          <p:nvPr/>
        </p:nvCxnSpPr>
        <p:spPr>
          <a:xfrm>
            <a:off x="457200" y="456255"/>
            <a:ext cx="0" cy="274320"/>
          </a:xfrm>
          <a:prstGeom prst="line">
            <a:avLst/>
          </a:prstGeom>
          <a:ln w="25400" cap="rnd">
            <a:solidFill>
              <a:srgbClr val="FF8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226E0FC-0C15-2A5F-020C-9F277BD9CC9B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552" y="364815"/>
            <a:ext cx="1601138" cy="457200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AEEF462-2DB0-3701-3659-AB2D739D2B65}"/>
              </a:ext>
            </a:extLst>
          </p:cNvPr>
          <p:cNvSpPr txBox="1">
            <a:spLocks/>
          </p:cNvSpPr>
          <p:nvPr/>
        </p:nvSpPr>
        <p:spPr>
          <a:xfrm>
            <a:off x="457200" y="6473952"/>
            <a:ext cx="4742805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5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900">
                <a:solidFill>
                  <a:srgbClr val="555F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2026 Vigilant.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9F6E6CC-45A4-AF50-AC50-5615068396E2}"/>
              </a:ext>
            </a:extLst>
          </p:cNvPr>
          <p:cNvSpPr txBox="1">
            <a:spLocks/>
          </p:cNvSpPr>
          <p:nvPr/>
        </p:nvSpPr>
        <p:spPr>
          <a:xfrm>
            <a:off x="11426089" y="6473952"/>
            <a:ext cx="312471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066355A-084C-D24E-9AD2-7E4FC41EA627}" type="slidenum">
              <a:rPr lang="en-US" sz="900" smtClean="0">
                <a:solidFill>
                  <a:srgbClr val="555F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>
                <a:defRPr/>
              </a:pPr>
              <a:t>‹#›</a:t>
            </a:fld>
            <a:endParaRPr lang="en-US" sz="900">
              <a:solidFill>
                <a:srgbClr val="555F6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83EEB-EFCB-E7F2-D5B1-9D8D5364DDA7}"/>
              </a:ext>
            </a:extLst>
          </p:cNvPr>
          <p:cNvSpPr txBox="1"/>
          <p:nvPr/>
        </p:nvSpPr>
        <p:spPr>
          <a:xfrm>
            <a:off x="6404150" y="6473952"/>
            <a:ext cx="489314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F6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Collaborative Transformation. Proven Results. </a:t>
            </a:r>
            <a:endParaRPr kumimoji="0" lang="en-ID" sz="900" b="0" i="0" u="none" strike="noStrike" kern="1200" cap="none" spc="0" normalizeH="0" baseline="0" noProof="0">
              <a:ln>
                <a:noFill/>
              </a:ln>
              <a:solidFill>
                <a:srgbClr val="555F6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6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  <p:sldLayoutId id="2147483897" r:id="rId18"/>
    <p:sldLayoutId id="2147483898" r:id="rId19"/>
    <p:sldLayoutId id="2147483899" r:id="rId20"/>
    <p:sldLayoutId id="2147483900" r:id="rId21"/>
    <p:sldLayoutId id="2147483901" r:id="rId22"/>
    <p:sldLayoutId id="2147483902" r:id="rId23"/>
    <p:sldLayoutId id="2147483903" r:id="rId24"/>
    <p:sldLayoutId id="2147483904" r:id="rId25"/>
    <p:sldLayoutId id="2147483905" r:id="rId26"/>
    <p:sldLayoutId id="2147483906" r:id="rId27"/>
    <p:sldLayoutId id="2147483907" r:id="rId28"/>
    <p:sldLayoutId id="2147483908" r:id="rId29"/>
    <p:sldLayoutId id="2147483909" r:id="rId30"/>
    <p:sldLayoutId id="2147483910" r:id="rId31"/>
    <p:sldLayoutId id="2147483911" r:id="rId32"/>
    <p:sldLayoutId id="2147483912" r:id="rId33"/>
    <p:sldLayoutId id="2147483913" r:id="rId3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278">
          <p15:clr>
            <a:srgbClr val="F26B43"/>
          </p15:clr>
        </p15:guide>
        <p15:guide id="6" orient="horz" pos="404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F3A9-F7E2-8875-9BA1-66E3ECE7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5F238-13C8-5DF5-1AFB-A698C376F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0582-3272-3F45-6993-D268D5C74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1FFB-C136-08EB-1C2A-479E0EBA1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3906-639C-6AE8-9BFF-DD0AB3EB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0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84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F3A9-F7E2-8875-9BA1-66E3ECE7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5F238-13C8-5DF5-1AFB-A698C376F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0582-3272-3F45-6993-D268D5C74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1FFB-C136-08EB-1C2A-479E0EBA1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3906-639C-6AE8-9BFF-DD0AB3EB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7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  <p:sldLayoutId id="2147483978" r:id="rId13"/>
    <p:sldLayoutId id="2147483979" r:id="rId14"/>
    <p:sldLayoutId id="2147483980" r:id="rId15"/>
    <p:sldLayoutId id="2147483981" r:id="rId16"/>
    <p:sldLayoutId id="2147483982" r:id="rId17"/>
    <p:sldLayoutId id="2147483983" r:id="rId18"/>
    <p:sldLayoutId id="2147483984" r:id="rId19"/>
    <p:sldLayoutId id="2147483985" r:id="rId20"/>
    <p:sldLayoutId id="2147483986" r:id="rId21"/>
    <p:sldLayoutId id="2147483987" r:id="rId22"/>
    <p:sldLayoutId id="2147483988" r:id="rId23"/>
    <p:sldLayoutId id="2147483989" r:id="rId24"/>
    <p:sldLayoutId id="2147483990" r:id="rId25"/>
    <p:sldLayoutId id="2147483991" r:id="rId26"/>
    <p:sldLayoutId id="2147483992" r:id="rId27"/>
    <p:sldLayoutId id="2147483993" r:id="rId28"/>
    <p:sldLayoutId id="2147483994" r:id="rId29"/>
    <p:sldLayoutId id="2147483995" r:id="rId30"/>
    <p:sldLayoutId id="2147483996" r:id="rId31"/>
    <p:sldLayoutId id="2147483997" r:id="rId32"/>
    <p:sldLayoutId id="2147483998" r:id="rId33"/>
    <p:sldLayoutId id="2147483999" r:id="rId34"/>
    <p:sldLayoutId id="2147484000" r:id="rId35"/>
    <p:sldLayoutId id="2147484001" r:id="rId36"/>
    <p:sldLayoutId id="2147484002" r:id="rId37"/>
    <p:sldLayoutId id="2147484003" r:id="rId38"/>
    <p:sldLayoutId id="2147484004" r:id="rId39"/>
    <p:sldLayoutId id="2147484005" r:id="rId40"/>
    <p:sldLayoutId id="2147484006" r:id="rId41"/>
    <p:sldLayoutId id="2147484007" r:id="rId42"/>
    <p:sldLayoutId id="2147484008" r:id="rId43"/>
    <p:sldLayoutId id="2147484009" r:id="rId44"/>
    <p:sldLayoutId id="2147484010" r:id="rId45"/>
    <p:sldLayoutId id="2147484011" r:id="rId46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0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7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F3A9-F7E2-8875-9BA1-66E3ECE7C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5F238-13C8-5DF5-1AFB-A698C376F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0582-3272-3F45-6993-D268D5C74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9298B-13B6-496C-9FE0-6B557C473D2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E1FFB-C136-08EB-1C2A-479E0EBA1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3906-639C-6AE8-9BFF-DD0AB3EB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A4D41-1312-4519-A867-A0B4CAAC59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92C96B-A280-5173-2747-E327853A15C4}"/>
              </a:ext>
            </a:extLst>
          </p:cNvPr>
          <p:cNvCxnSpPr>
            <a:cxnSpLocks/>
          </p:cNvCxnSpPr>
          <p:nvPr userDrawn="1"/>
        </p:nvCxnSpPr>
        <p:spPr>
          <a:xfrm>
            <a:off x="457200" y="456255"/>
            <a:ext cx="0" cy="274320"/>
          </a:xfrm>
          <a:prstGeom prst="line">
            <a:avLst/>
          </a:prstGeom>
          <a:ln w="25400" cap="rnd">
            <a:solidFill>
              <a:srgbClr val="FF8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EAAFCC-396D-3281-1FA5-0F3CA713C09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552" y="364815"/>
            <a:ext cx="160113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8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  <p:sldLayoutId id="2147484033" r:id="rId21"/>
    <p:sldLayoutId id="2147484034" r:id="rId22"/>
    <p:sldLayoutId id="2147484035" r:id="rId23"/>
    <p:sldLayoutId id="2147484036" r:id="rId24"/>
    <p:sldLayoutId id="2147484037" r:id="rId25"/>
    <p:sldLayoutId id="2147484038" r:id="rId26"/>
    <p:sldLayoutId id="2147484039" r:id="rId27"/>
    <p:sldLayoutId id="2147484040" r:id="rId28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0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6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7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7.xml"/><Relationship Id="rId2" Type="http://schemas.openxmlformats.org/officeDocument/2006/relationships/image" Target="../media/image11.svg"/><Relationship Id="rId3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D1A4-F760-3E38-1101-2BA22C13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4541E9C-A8B6-DA7B-AF5F-F59E56D19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8" t="29798" r="30752" b="1823"/>
          <a:stretch>
            <a:fillRect/>
          </a:stretch>
        </p:blipFill>
        <p:spPr>
          <a:xfrm>
            <a:off x="0" y="0"/>
            <a:ext cx="12235054" cy="6858001"/>
          </a:xfrm>
          <a:prstGeom prst="rect">
            <a:avLst/>
          </a:prstGeom>
        </p:spPr>
      </p:pic>
      <p:pic>
        <p:nvPicPr>
          <p:cNvPr id="5" name="Picture 4" descr="A circle with orange dots&#10;&#10;AI-generated content may be incorrect.">
            <a:extLst>
              <a:ext uri="{FF2B5EF4-FFF2-40B4-BE49-F238E27FC236}">
                <a16:creationId xmlns:a16="http://schemas.microsoft.com/office/drawing/2014/main" id="{729EACFB-3B95-08AB-4604-C1D9DC30F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4696">
            <a:off x="1583359" y="622599"/>
            <a:ext cx="11884444" cy="637286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C51DF11-204B-64E7-8FC1-CDF42BDDD3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3926" y="895350"/>
            <a:ext cx="9882335" cy="9861428"/>
          </a:xfrm>
          <a:prstGeom prst="rect">
            <a:avLst/>
          </a:prstGeom>
        </p:spPr>
      </p:pic>
      <p:pic>
        <p:nvPicPr>
          <p:cNvPr id="37" name="Cloud">
            <a:extLst>
              <a:ext uri="{FF2B5EF4-FFF2-40B4-BE49-F238E27FC236}">
                <a16:creationId xmlns:a16="http://schemas.microsoft.com/office/drawing/2014/main" id="{223AC6D8-6D0C-742B-BE87-93612D66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6" b="29623"/>
          <a:stretch/>
        </p:blipFill>
        <p:spPr>
          <a:xfrm>
            <a:off x="-1019430" y="7009479"/>
            <a:ext cx="4974356" cy="1585433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24B2149-164E-A7B9-7B20-271DD1CA90AA}"/>
              </a:ext>
            </a:extLst>
          </p:cNvPr>
          <p:cNvSpPr/>
          <p:nvPr/>
        </p:nvSpPr>
        <p:spPr bwMode="gray">
          <a:xfrm>
            <a:off x="-282" y="1"/>
            <a:ext cx="3657600" cy="6858000"/>
          </a:xfrm>
          <a:prstGeom prst="rect">
            <a:avLst/>
          </a:prstGeom>
          <a:gradFill>
            <a:gsLst>
              <a:gs pos="100000">
                <a:schemeClr val="tx2">
                  <a:lumMod val="50000"/>
                  <a:lumOff val="50000"/>
                </a:schemeClr>
              </a:gs>
              <a:gs pos="76000">
                <a:schemeClr val="tx1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55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13AE6F-2567-7AC8-7C18-862E4FFEFD00}"/>
              </a:ext>
            </a:extLst>
          </p:cNvPr>
          <p:cNvSpPr txBox="1"/>
          <p:nvPr/>
        </p:nvSpPr>
        <p:spPr>
          <a:xfrm>
            <a:off x="4471452" y="2572141"/>
            <a:ext cx="6696075" cy="1932057"/>
          </a:xfrm>
          <a:prstGeom prst="rect">
            <a:avLst/>
          </a:prstGeom>
          <a:noFill/>
        </p:spPr>
        <p:txBody>
          <a:bodyPr wrap="square" lIns="1188720" rtlCol="0">
            <a:no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131516"/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Black" panose="02000000000000000000" pitchFamily="2" charset="0"/>
              </a:rPr>
              <a:t>25+ YEARS OF EXPERIENCE.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131516"/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Black" panose="02000000000000000000" pitchFamily="2" charset="0"/>
              </a:rPr>
              <a:t>360° OF VISION, EXECUTION + SUPPORT.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131516"/>
                </a:solidFill>
                <a:latin typeface="Roboto Mono Medium" panose="00000009000000000000" pitchFamily="50" charset="0"/>
                <a:ea typeface="Roboto Mono Medium" panose="00000009000000000000" pitchFamily="50" charset="0"/>
                <a:cs typeface="Roboto Black" panose="02000000000000000000" pitchFamily="2" charset="0"/>
              </a:rPr>
              <a:t>ONE TRUSTED TRANSFORMATION PARTNER.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A88A24-40A2-4607-14D9-3F367FE0C01F}"/>
              </a:ext>
            </a:extLst>
          </p:cNvPr>
          <p:cNvSpPr txBox="1"/>
          <p:nvPr/>
        </p:nvSpPr>
        <p:spPr>
          <a:xfrm>
            <a:off x="-1" y="1267570"/>
            <a:ext cx="3657600" cy="1240500"/>
          </a:xfrm>
          <a:prstGeom prst="rect">
            <a:avLst/>
          </a:prstGeom>
          <a:noFill/>
        </p:spPr>
        <p:txBody>
          <a:bodyPr wrap="square" lIns="365760" tIns="0" rIns="365760" bIns="822960" rtlCol="0" anchor="t" anchorCtr="0">
            <a:noAutofit/>
          </a:bodyPr>
          <a:lstStyle/>
          <a:p>
            <a:pPr>
              <a:lnSpc>
                <a:spcPct val="150000"/>
              </a:lnSpc>
            </a:pPr>
            <a:endParaRPr lang="en-US" sz="3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en-US" sz="3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Deliver Oracle Projects Using Vigilant's Application Delivery Guidelines</a:t>
            </a:r>
          </a:p>
          <a:p>
            <a:pPr>
              <a:lnSpc>
                <a:spcPct val="114000"/>
              </a:lnSpc>
            </a:pPr>
            <a:endParaRPr lang="en-US" sz="3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1400" i="1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1400" i="1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chemeClr val="bg1"/>
              </a:solidFill>
              <a:latin typeface="Roboto Medium" panose="020F0502020204030204" pitchFamily="2" charset="0"/>
              <a:ea typeface="Roboto Medium" panose="020F0502020204030204" pitchFamily="2" charset="0"/>
              <a:cs typeface="Roboto Medium" panose="020F0502020204030204" pitchFamily="2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chemeClr val="bg1"/>
              </a:solidFill>
              <a:latin typeface="Roboto Medium" panose="020F0502020204030204" pitchFamily="2" charset="0"/>
              <a:ea typeface="Roboto Medium" panose="020F0502020204030204" pitchFamily="2" charset="0"/>
              <a:cs typeface="Roboto Medium" panose="020F0502020204030204" pitchFamily="2" charset="0"/>
            </a:endParaRPr>
          </a:p>
          <a:p>
            <a:pPr>
              <a:lnSpc>
                <a:spcPct val="200000"/>
              </a:lnSpc>
            </a:pP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44FE7A6-76D7-95CD-5438-7EA3789D91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05215" y="398999"/>
            <a:ext cx="3730549" cy="685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BAECCDD-0F35-967A-5DA3-41DA7CFF8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2750" y="1084799"/>
            <a:ext cx="914400" cy="86526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D233561-F4C7-27CF-75CC-938ADF35A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7867" y="1517430"/>
            <a:ext cx="82905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8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685800" y="365760"/>
            <a:ext cx="2200000" cy="454123"/>
          </a:xfrm>
          <a:prstGeom prst="rect">
            <a:avLst/>
          </a:prstGeom>
          <a:noFill/>
        </p:spPr>
        <p:txBody>
          <a:bodyPr wrap="non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1800" spc="200" dirty="0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Application Delivery Guidelines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274F3-0996-2272-2581-D39D1A527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055" y="4202664"/>
            <a:ext cx="4849697" cy="100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963" tIns="21982" rIns="43963" bIns="21982" numCol="1" anchor="t" anchorCtr="0" compatLnSpc="1">
            <a:prstTxWarp prst="textNoShape">
              <a:avLst/>
            </a:prstTxWarp>
          </a:bodyPr>
          <a:lstStyle/>
          <a:p>
            <a:pPr defTabSz="876919"/>
            <a:endParaRPr lang="en-US" sz="1731">
              <a:solidFill>
                <a:srgbClr val="131516"/>
              </a:solidFill>
              <a:latin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237716" y="2092989"/>
            <a:ext cx="9130616" cy="3193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ü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Choosing the Right Project Type</a:t>
            </a:r>
          </a:p>
          <a:p>
            <a:pPr marL="281064" indent="-281064" defTabSz="1186977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ü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Operating the Three-Role Delivery Model</a:t>
            </a:r>
          </a:p>
          <a:p>
            <a:pPr marL="281064" indent="-281064" defTabSz="1186977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ü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Preparing the Functional Document Set</a:t>
            </a:r>
          </a:p>
          <a:p>
            <a:pPr marL="281064" indent="-281064" defTabSz="1186977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ü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Controlling Technical and Conversion Deliverables</a:t>
            </a:r>
          </a:p>
          <a:p>
            <a:pPr marL="281064" indent="-281064" defTabSz="1186977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ü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Running Discovery, Solution Build, and CRP</a:t>
            </a:r>
          </a:p>
          <a:p>
            <a:pPr marL="281064" indent="-281064" defTabSz="1186977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ü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Testing the Solution and Going Live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765BF-F30E-562B-F4A3-23648E88F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993" y="1593129"/>
            <a:ext cx="8837423" cy="452897"/>
          </a:xfrm>
          <a:prstGeom prst="rect">
            <a:avLst/>
          </a:prstGeom>
          <a:noFill/>
          <a:ln>
            <a:noFill/>
          </a:ln>
        </p:spPr>
        <p:txBody>
          <a:bodyPr vert="horz" wrap="square" lIns="43963" tIns="21982" rIns="43963" bIns="21982" numCol="1" anchor="t" anchorCtr="0" compatLnSpc="1">
            <a:prstTxWarp prst="textNoShape">
              <a:avLst/>
            </a:prstTxWarp>
          </a:bodyPr>
          <a:lstStyle/>
          <a:p>
            <a:pPr marL="281064" indent="-281064" defTabSz="876919">
              <a:spcBef>
                <a:spcPts val="295"/>
              </a:spcBef>
              <a:spcAft>
                <a:spcPts val="295"/>
              </a:spcAft>
              <a:buFont typeface="Wingdings" panose="05000000000000000000" pitchFamily="2" charset="2"/>
              <a:buChar char="§"/>
            </a:pPr>
            <a:r>
              <a:rPr lang="en-US" sz="1574" dirty="0">
                <a:solidFill>
                  <a:srgbClr val="131516"/>
                </a:solidFill>
                <a:latin typeface="Roboto Medium"/>
              </a:rPr>
              <a:t>Topics covered in this session:</a:t>
            </a:r>
            <a:endParaRPr lang="en-US" altLang="en-US" sz="1574" dirty="0">
              <a:solidFill>
                <a:srgbClr val="131516"/>
              </a:solidFill>
              <a:latin typeface="Roboto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795528" y="4617720"/>
            <a:ext cx="1676400" cy="86868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Choosing the Right Project Type</a:t>
            </a:r>
          </a:p>
        </p:txBody>
      </p:sp>
      <p:sp>
        <p:nvSpPr>
          <p:cNvPr id="21" name="Chevron 20"/>
          <p:cNvSpPr/>
          <p:nvPr/>
        </p:nvSpPr>
        <p:spPr>
          <a:xfrm>
            <a:off x="2581656" y="4617720"/>
            <a:ext cx="1676400" cy="868680"/>
          </a:xfrm>
          <a:prstGeom prst="chevron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Operating the Three-Role Delivery Model</a:t>
            </a:r>
          </a:p>
        </p:txBody>
      </p:sp>
      <p:sp>
        <p:nvSpPr>
          <p:cNvPr id="22" name="Chevron 21"/>
          <p:cNvSpPr/>
          <p:nvPr/>
        </p:nvSpPr>
        <p:spPr>
          <a:xfrm>
            <a:off x="4367784" y="4617720"/>
            <a:ext cx="1676400" cy="868680"/>
          </a:xfrm>
          <a:prstGeom prst="chevron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Preparing the Functional Document Set</a:t>
            </a:r>
          </a:p>
        </p:txBody>
      </p:sp>
      <p:sp>
        <p:nvSpPr>
          <p:cNvPr id="23" name="Chevron 22"/>
          <p:cNvSpPr/>
          <p:nvPr/>
        </p:nvSpPr>
        <p:spPr>
          <a:xfrm>
            <a:off x="6153912" y="4617720"/>
            <a:ext cx="1676400" cy="868680"/>
          </a:xfrm>
          <a:prstGeom prst="chevron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Controlling Technical and Conversion Deliverables</a:t>
            </a:r>
          </a:p>
        </p:txBody>
      </p:sp>
      <p:sp>
        <p:nvSpPr>
          <p:cNvPr id="24" name="Chevron 23"/>
          <p:cNvSpPr/>
          <p:nvPr/>
        </p:nvSpPr>
        <p:spPr>
          <a:xfrm>
            <a:off x="7940040" y="4617720"/>
            <a:ext cx="1676400" cy="868680"/>
          </a:xfrm>
          <a:prstGeom prst="chevron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Running Discovery, Solution Build, and CRP</a:t>
            </a:r>
          </a:p>
        </p:txBody>
      </p:sp>
      <p:sp>
        <p:nvSpPr>
          <p:cNvPr id="25" name="Chevron 24"/>
          <p:cNvSpPr/>
          <p:nvPr/>
        </p:nvSpPr>
        <p:spPr>
          <a:xfrm>
            <a:off x="9726168" y="4617720"/>
            <a:ext cx="1676400" cy="868680"/>
          </a:xfrm>
          <a:prstGeom prst="chevron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Testing the Solution and Going Live</a:t>
            </a:r>
          </a:p>
        </p:txBody>
      </p:sp>
    </p:spTree>
    <p:extLst>
      <p:ext uri="{BB962C8B-B14F-4D97-AF65-F5344CB8AC3E}">
        <p14:creationId xmlns:p14="http://schemas.microsoft.com/office/powerpoint/2010/main" val="5375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0F7D3F-9127-6B66-2231-9C68E58A243B}"/>
              </a:ext>
            </a:extLst>
          </p:cNvPr>
          <p:cNvSpPr/>
          <p:nvPr/>
        </p:nvSpPr>
        <p:spPr>
          <a:xfrm>
            <a:off x="16167" y="0"/>
            <a:ext cx="12240491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50000"/>
                  <a:lumOff val="50000"/>
                </a:schemeClr>
              </a:gs>
              <a:gs pos="72000">
                <a:schemeClr val="tx1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186977"/>
            <a:endParaRPr lang="en-US" sz="2376">
              <a:solidFill>
                <a:srgbClr val="FFFFFF"/>
              </a:solidFill>
              <a:latin typeface="Roboto Medium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017D7EF6-86BD-E4AD-083A-86C492E2C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8104" y="281481"/>
            <a:ext cx="1600200" cy="856330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4B6DD5FF-3C38-CD24-7D13-14D28A2EF591}"/>
              </a:ext>
            </a:extLst>
          </p:cNvPr>
          <p:cNvGrpSpPr/>
          <p:nvPr/>
        </p:nvGrpSpPr>
        <p:grpSpPr>
          <a:xfrm>
            <a:off x="1371174" y="1616792"/>
            <a:ext cx="9170112" cy="3481963"/>
            <a:chOff x="1371174" y="1706549"/>
            <a:chExt cx="9170113" cy="34819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8C8659F-0C1F-F10D-4BF8-5E27E2251EA7}"/>
                </a:ext>
              </a:extLst>
            </p:cNvPr>
            <p:cNvGrpSpPr/>
            <p:nvPr/>
          </p:nvGrpSpPr>
          <p:grpSpPr>
            <a:xfrm>
              <a:off x="1372811" y="1706549"/>
              <a:ext cx="5707451" cy="3481963"/>
              <a:chOff x="1136073" y="1306096"/>
              <a:chExt cx="6693879" cy="197587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5A583B-269E-24CE-4922-D7D44C7385E3}"/>
                  </a:ext>
                </a:extLst>
              </p:cNvPr>
              <p:cNvSpPr txBox="1"/>
              <p:nvPr/>
            </p:nvSpPr>
            <p:spPr>
              <a:xfrm>
                <a:off x="1136074" y="1306096"/>
                <a:ext cx="4831401" cy="71308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defTabSz="1186977"/>
                <a:r>
                  <a:rPr lang="en-US" sz="4000">
                    <a:solidFill>
                      <a:srgbClr val="FFFFFF"/>
                    </a:solidFill>
                    <a:latin typeface="Roboto"/>
                  </a:rPr>
                  <a:t>Thank you for</a:t>
                </a:r>
                <a:br>
                  <a:rPr lang="en-US" sz="4000">
                    <a:solidFill>
                      <a:srgbClr val="FFFFFF"/>
                    </a:solidFill>
                    <a:latin typeface="Roboto"/>
                  </a:rPr>
                </a:br>
                <a:r>
                  <a:rPr lang="en-US" sz="4000">
                    <a:solidFill>
                      <a:srgbClr val="FFFFFF"/>
                    </a:solidFill>
                    <a:latin typeface="Roboto"/>
                  </a:rPr>
                  <a:t> your time.</a:t>
                </a:r>
                <a:endParaRPr lang="en-US" sz="3200">
                  <a:solidFill>
                    <a:srgbClr val="E87511"/>
                  </a:solidFill>
                  <a:latin typeface="Roboto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5C7197F-88C2-F7B2-06BD-C57E72512FA0}"/>
                  </a:ext>
                </a:extLst>
              </p:cNvPr>
              <p:cNvSpPr txBox="1"/>
              <p:nvPr/>
            </p:nvSpPr>
            <p:spPr>
              <a:xfrm>
                <a:off x="1136073" y="2933570"/>
                <a:ext cx="6693879" cy="34840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defTabSz="1186977">
                  <a:lnSpc>
                    <a:spcPct val="150000"/>
                  </a:lnSpc>
                </a:pPr>
                <a:r>
                  <a:rPr lang="en-US" sz="2361">
                    <a:solidFill>
                      <a:srgbClr val="DDB466">
                        <a:lumMod val="20000"/>
                        <a:lumOff val="80000"/>
                      </a:srgbClr>
                    </a:solidFill>
                    <a:latin typeface="Roboto Condensed SemiBold" panose="02000000000000000000" pitchFamily="2" charset="0"/>
                    <a:ea typeface="Roboto Condensed SemiBold" panose="02000000000000000000" pitchFamily="2" charset="0"/>
                  </a:rPr>
                  <a:t>Collaborative </a:t>
                </a:r>
                <a:r>
                  <a:rPr lang="en-US" sz="2361">
                    <a:solidFill>
                      <a:srgbClr val="F8F0E0"/>
                    </a:solidFill>
                    <a:latin typeface="Roboto Condensed SemiBold" panose="02000000000000000000" pitchFamily="2" charset="0"/>
                    <a:ea typeface="Roboto Condensed SemiBold" panose="02000000000000000000" pitchFamily="2" charset="0"/>
                  </a:rPr>
                  <a:t>Transformation</a:t>
                </a:r>
                <a:r>
                  <a:rPr lang="en-US" sz="2361">
                    <a:solidFill>
                      <a:srgbClr val="DDB466">
                        <a:lumMod val="20000"/>
                        <a:lumOff val="80000"/>
                      </a:srgbClr>
                    </a:solidFill>
                    <a:latin typeface="Roboto Condensed SemiBold" panose="02000000000000000000" pitchFamily="2" charset="0"/>
                    <a:ea typeface="Roboto Condensed SemiBold" panose="02000000000000000000" pitchFamily="2" charset="0"/>
                  </a:rPr>
                  <a:t> Awaits.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65250D-7266-F697-303B-FEB1D3B4505F}"/>
                </a:ext>
              </a:extLst>
            </p:cNvPr>
            <p:cNvSpPr txBox="1"/>
            <p:nvPr/>
          </p:nvSpPr>
          <p:spPr>
            <a:xfrm>
              <a:off x="1371174" y="3840167"/>
              <a:ext cx="2363085" cy="6337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defTabSz="1186977"/>
              <a:r>
                <a:rPr lang="en-US" sz="3200">
                  <a:solidFill>
                    <a:srgbClr val="FF8408"/>
                  </a:solidFill>
                  <a:latin typeface="Roboto"/>
                </a:rPr>
                <a:t>Contact Us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9CD1659-6D21-9FFB-6836-A041E12C0831}"/>
                </a:ext>
              </a:extLst>
            </p:cNvPr>
            <p:cNvGrpSpPr/>
            <p:nvPr/>
          </p:nvGrpSpPr>
          <p:grpSpPr>
            <a:xfrm>
              <a:off x="7352721" y="2921687"/>
              <a:ext cx="3188566" cy="2212973"/>
              <a:chOff x="7350730" y="2831931"/>
              <a:chExt cx="3188566" cy="2212973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3D164F8A-09BB-87CA-61AD-93D929EAE774}"/>
                  </a:ext>
                </a:extLst>
              </p:cNvPr>
              <p:cNvSpPr/>
              <p:nvPr/>
            </p:nvSpPr>
            <p:spPr>
              <a:xfrm>
                <a:off x="7350731" y="4430941"/>
                <a:ext cx="3188565" cy="613963"/>
              </a:xfrm>
              <a:prstGeom prst="roundRect">
                <a:avLst>
                  <a:gd name="adj" fmla="val 75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186977"/>
                <a:endParaRPr lang="en-US" sz="2376">
                  <a:solidFill>
                    <a:srgbClr val="FFFFFF"/>
                  </a:solidFill>
                  <a:latin typeface="Roboto Medium"/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2B42450A-DEDC-3DBC-489E-20100BECBAD0}"/>
                  </a:ext>
                </a:extLst>
              </p:cNvPr>
              <p:cNvSpPr/>
              <p:nvPr/>
            </p:nvSpPr>
            <p:spPr>
              <a:xfrm>
                <a:off x="7350730" y="3631436"/>
                <a:ext cx="3188565" cy="613963"/>
              </a:xfrm>
              <a:prstGeom prst="roundRect">
                <a:avLst>
                  <a:gd name="adj" fmla="val 75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186977"/>
                <a:endParaRPr lang="en-US" sz="2376">
                  <a:solidFill>
                    <a:srgbClr val="FFFFFF"/>
                  </a:solidFill>
                  <a:latin typeface="Roboto Medium"/>
                </a:endParaRP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18289093-5A9B-27E3-4C8F-F6DB9CA2E7E0}"/>
                  </a:ext>
                </a:extLst>
              </p:cNvPr>
              <p:cNvSpPr/>
              <p:nvPr/>
            </p:nvSpPr>
            <p:spPr>
              <a:xfrm>
                <a:off x="7350730" y="2831931"/>
                <a:ext cx="3188565" cy="613963"/>
              </a:xfrm>
              <a:prstGeom prst="roundRect">
                <a:avLst>
                  <a:gd name="adj" fmla="val 75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186977"/>
                <a:endParaRPr lang="en-US" sz="2376">
                  <a:solidFill>
                    <a:srgbClr val="FFFFFF"/>
                  </a:solidFill>
                  <a:latin typeface="Roboto Medium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BA0DF0-2B69-3E40-B569-F994287DDF44}"/>
                  </a:ext>
                </a:extLst>
              </p:cNvPr>
              <p:cNvSpPr txBox="1"/>
              <p:nvPr/>
            </p:nvSpPr>
            <p:spPr>
              <a:xfrm>
                <a:off x="7536685" y="2979331"/>
                <a:ext cx="738535" cy="311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86977"/>
                <a:r>
                  <a:rPr lang="en-US" sz="1400">
                    <a:solidFill>
                      <a:srgbClr val="131516"/>
                    </a:solidFill>
                    <a:latin typeface="Roboto Medium"/>
                  </a:rPr>
                  <a:t>Email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128583-6978-9A9D-5DF2-AFF91BB0676B}"/>
                  </a:ext>
                </a:extLst>
              </p:cNvPr>
              <p:cNvSpPr txBox="1"/>
              <p:nvPr/>
            </p:nvSpPr>
            <p:spPr>
              <a:xfrm>
                <a:off x="7536685" y="3778836"/>
                <a:ext cx="704333" cy="311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86977"/>
                <a:r>
                  <a:rPr lang="en-US" sz="1400">
                    <a:solidFill>
                      <a:srgbClr val="FFFFFF"/>
                    </a:solidFill>
                    <a:latin typeface="Roboto Medium"/>
                  </a:rPr>
                  <a:t>Phone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ACF35F-DC76-9EB7-DE8D-B5C2F92FFB71}"/>
                  </a:ext>
                </a:extLst>
              </p:cNvPr>
              <p:cNvSpPr txBox="1"/>
              <p:nvPr/>
            </p:nvSpPr>
            <p:spPr>
              <a:xfrm>
                <a:off x="8439345" y="2979331"/>
                <a:ext cx="2073945" cy="280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86977"/>
                <a:r>
                  <a:rPr lang="en-US" sz="1200" dirty="0">
                    <a:solidFill>
                      <a:srgbClr val="131516"/>
                    </a:solidFill>
                    <a:latin typeface="Roboto Medium"/>
                  </a:rPr>
                  <a:t>info@vigilant-inc.com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C13F69-C88D-CFE4-30B0-72BAC1C21C4A}"/>
                  </a:ext>
                </a:extLst>
              </p:cNvPr>
              <p:cNvSpPr txBox="1"/>
              <p:nvPr/>
            </p:nvSpPr>
            <p:spPr>
              <a:xfrm>
                <a:off x="8439345" y="3778836"/>
                <a:ext cx="1920748" cy="311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86977"/>
                <a:r>
                  <a:rPr lang="en-US" sz="1400" dirty="0">
                    <a:solidFill>
                      <a:srgbClr val="FFFFFF"/>
                    </a:solidFill>
                    <a:latin typeface="Roboto Medium"/>
                  </a:rPr>
                  <a:t>+1-866-896-7755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A8D423-8E53-311E-0108-21A320B2A127}"/>
                  </a:ext>
                </a:extLst>
              </p:cNvPr>
              <p:cNvSpPr txBox="1"/>
              <p:nvPr/>
            </p:nvSpPr>
            <p:spPr>
              <a:xfrm>
                <a:off x="7536685" y="4578341"/>
                <a:ext cx="863223" cy="311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86977"/>
                <a:r>
                  <a:rPr lang="en-US" sz="1400">
                    <a:solidFill>
                      <a:srgbClr val="131516"/>
                    </a:solidFill>
                    <a:latin typeface="Roboto Medium"/>
                  </a:rPr>
                  <a:t>Website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A5B517-7A0B-27EF-E937-365F1CC89AC0}"/>
                  </a:ext>
                </a:extLst>
              </p:cNvPr>
              <p:cNvSpPr txBox="1"/>
              <p:nvPr/>
            </p:nvSpPr>
            <p:spPr>
              <a:xfrm>
                <a:off x="8439345" y="4578341"/>
                <a:ext cx="1945518" cy="280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86977"/>
                <a:r>
                  <a:rPr lang="en-US" sz="1200">
                    <a:solidFill>
                      <a:srgbClr val="131516"/>
                    </a:solidFill>
                    <a:latin typeface="Roboto Medium"/>
                  </a:rPr>
                  <a:t>www.vigilant-inc.com</a:t>
                </a:r>
              </a:p>
            </p:txBody>
          </p:sp>
        </p:grpSp>
      </p:grpSp>
      <p:pic>
        <p:nvPicPr>
          <p:cNvPr id="89" name="Graphic 88">
            <a:extLst>
              <a:ext uri="{FF2B5EF4-FFF2-40B4-BE49-F238E27FC236}">
                <a16:creationId xmlns:a16="http://schemas.microsoft.com/office/drawing/2014/main" id="{F8B53FA4-DA18-EBCD-BB1D-20BEC12CB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4127" y="2458894"/>
            <a:ext cx="799903" cy="75691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714C460B-86BE-0148-BAE4-54BBA8ABE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8880" y="3138913"/>
            <a:ext cx="725246" cy="63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5727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2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Matching Work to Implementation, Rollout, or Upgrade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Implementation/Transformation deploys Oracle Fusion or EBS end to end - redesign, configuration, conversion, integrations, testing, go-live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Rollout extends an existing implementation to new geographies, business units, or legal entities using the global template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Rollouts add localized configurations, data, and statutory requirements - the template itself stays predefined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Upgrade moves EBS or Fusion to a newer release - impact assessment, customization remediation, regression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566160"/>
            <a:ext cx="3273552" cy="923544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Implementation / Transformation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3566160"/>
            <a:ext cx="3273552" cy="923544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3566160"/>
            <a:ext cx="3273552" cy="923544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Upgrade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654296"/>
            <a:ext cx="3273552" cy="923544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4654296"/>
            <a:ext cx="3273552" cy="923544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Enhancement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4654296"/>
            <a:ext cx="3273552" cy="923544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</a:rPr>
              <a:t>Managed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2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Scoping Assessments, Enhancements, and Managed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Assessment is a short-term advisory engagement - system health, fit-gap, performance, security, or upgrade readiness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Every assessment ends in actionable recommendations, not a build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Enhancement delivers targeted improvements - reports, integrations, dashboards, workflows, extensions - without full reimplementation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Managed Support runs post go-live - incidents, minor enhancements, monitoring, patches, and continuous improvement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Enhancement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Managed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2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Assigning Accountability Across Three Role Categories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Enterprise Architect is accountable for the overall outcome - solution integrity, client success, major decisions, Go-Live recommendation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Project Manager / PMO owns the integrated plan, governance, budget and forecast tracking, RAID management, reporting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Workstream Delivery Team owns detailed discovery, design, configuration, development, conversion, and testing in its workstream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workstream team includes the Module Head (SME), Functional and Technical Architects, Consultants, and Developers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Enterprise Architect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Project Manager / PMO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Workstream Delivery Team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5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Respecting Role Boundaries and Escalation Rules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EA does not perform every detailed task - the EA ensures owners are assigned, decisions made, quality acceptable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PM does not own functional, technical, or architecture decisions - only that each has an owner, due date, and escalation path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Workstream Leads cannot change approved scope, design direction, or committed dates without EA and PM governance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Material scope, budget, or Go-Live trade-offs need EA recommendation, PM impact assessment, and client or Steering Committee approval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3297936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EA recommends</a:t>
            </a:r>
          </a:p>
        </p:txBody>
      </p:sp>
      <p:sp>
        <p:nvSpPr>
          <p:cNvPr id="15" name="Chevron 14"/>
          <p:cNvSpPr/>
          <p:nvPr/>
        </p:nvSpPr>
        <p:spPr>
          <a:xfrm>
            <a:off x="4477512" y="4046220"/>
            <a:ext cx="3297936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PM assesses impact</a:t>
            </a:r>
          </a:p>
        </p:txBody>
      </p:sp>
      <p:sp>
        <p:nvSpPr>
          <p:cNvPr id="16" name="Chevron 15"/>
          <p:cNvSpPr/>
          <p:nvPr/>
        </p:nvSpPr>
        <p:spPr>
          <a:xfrm>
            <a:off x="7903464" y="4046220"/>
            <a:ext cx="3297936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Steering Committee approves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Tracking Accountability Through Each Phase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EA validates the SOW at Mobilization and gates entry into CRP, SIT, UAT, Cutover, and Hypercare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PM/PMO artifacts: Project Charter, integrated plan, RAID and Change Control logs, Cutover Plan, Go-Live Readiness Checklist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Workstream Leads answer for quality and timely completion of deliverables per the Document Accountability Matrix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Go-Live recommendation must be supported by objective readiness evidence, with exceptions assessed and documented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1927555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Mobilization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7131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Discovery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2702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Solution Build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8273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SIT / UAT</a:t>
            </a:r>
          </a:p>
        </p:txBody>
      </p:sp>
      <p:sp>
        <p:nvSpPr>
          <p:cNvPr id="18" name="Chevron 17"/>
          <p:cNvSpPr/>
          <p:nvPr/>
        </p:nvSpPr>
        <p:spPr>
          <a:xfrm>
            <a:off x="9273844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Cutover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Capturing Requirements in the RTM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Only Functional Architects prepare and update the RTM - Functional SMEs review and route feedback back for updates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Notes follow "MM/DD Initials: Comment" and are never overwritten - they serve as minutes of meeting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Fill Summarized Requirements only after the requirement is understood - every row must eventually be populated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Row-level approval finalizes requirements incrementally - all rows Approved and baselined before SIT begins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Capture dated notes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Summarize requirement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Requires Approval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Approved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Writing the SDD, CWB, and Process Flows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Functional SMEs write the SDD mapping requirements to Oracle features - approved before SIT, after CRP sign-off</a:t>
            </a:r>
          </a:p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Configuration Workbook records every setup value - single source of truth, approved before PROD</a:t>
            </a:r>
          </a:p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Visio flows use the Vigilant template as-is - left to right, inputs to outputs, no Start/End symbols</a:t>
            </a:r>
          </a:p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Green arrow means yes, red means no - and each process shows Oracle Standard, Custom/Extension, or Manual/Offline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SDD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Configuration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Process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5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Running Workshops and Recording Design Decisions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WDD is a client-agnostic deck per module - copy it per project, review internally with SDM or PM before presenting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FKDD records each decision - options with pros and cons, the team's recommendation highlighted green, approver and date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Every approved decision is also summarized in the RAID log by the Functional Architect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Approved decisions bind the SDD, configuration, development, and testing - changes need formal change control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Present options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Business decides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Record in FKDD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Summarize in RAID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2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Preparing Change Impact, Test Scripts, and Training Manuals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946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31516"/>
                </a:solidFill>
                <a:latin typeface="Roboto Medium"/>
              </a:rPr>
              <a:t>The CIAD documents only what changes - AS-IS versus TO-BE, impacted roles - finalized before training and UAT</a:t>
            </a:r>
          </a:p>
          <a:p>
            <a:pPr marL="281064" indent="-281064" defTabSz="1186977">
              <a:spcBef>
                <a:spcPts val="295"/>
              </a:spcBef>
              <a:spcAft>
                <a:spcPts val="946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31516"/>
                </a:solidFill>
                <a:latin typeface="Roboto Medium"/>
              </a:rPr>
              <a:t>Test scenarios are realistic Day-in-the-Life flows, business-approved before SIT execution</a:t>
            </a:r>
          </a:p>
          <a:p>
            <a:pPr marL="281064" indent="-281064" defTabSz="1186977">
              <a:spcBef>
                <a:spcPts val="295"/>
              </a:spcBef>
              <a:spcAft>
                <a:spcPts val="946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31516"/>
                </a:solidFill>
                <a:latin typeface="Roboto Medium"/>
              </a:rPr>
              <a:t>Functional SMEs write scripts and map them to scenarios; Functional Architects verify coverage</a:t>
            </a:r>
          </a:p>
          <a:p>
            <a:pPr marL="281064" indent="-281064" defTabSz="1186977">
              <a:spcBef>
                <a:spcPts val="295"/>
              </a:spcBef>
              <a:spcAft>
                <a:spcPts val="946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131516"/>
                </a:solidFill>
                <a:latin typeface="Roboto Medium"/>
              </a:rPr>
              <a:t>Training Manuals reflect only approved functionality and never substitute for the RTM or SDD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CIAD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Test Scripts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Training Manuals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Maintaining the RICEFW Inventory and TRDDs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RICEFW covers Reports, Integrations, Conversions, Extensions, Forms, Workflows - the Technical Solution Architect owns the inventory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inventory is baselined before development and finalized before PROD - every scope change goes through change control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One TRDD per component - Functional SMEs write the business context, Technical Developers the technical design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TRDDs must not introduce new functional requirements - all scope traces back to approved requirements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1927555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Log in RICEFW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7131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Write TRDD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2702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Approve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8273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Develop</a:t>
            </a:r>
          </a:p>
        </p:txBody>
      </p:sp>
      <p:sp>
        <p:nvSpPr>
          <p:cNvPr id="18" name="Chevron 17"/>
          <p:cNvSpPr/>
          <p:nvPr/>
        </p:nvSpPr>
        <p:spPr>
          <a:xfrm>
            <a:off x="9273844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Unit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2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Recording Architecture Decisions and Technical Flows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TKDD is one deck per project for program-level decisions - object-level design stays in the TRDD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Present at least two options where feasible, with risks - Enterprise Architect and Service Delivery Manager review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Decisions must be approved before impacted development and reaffirmed before production deployment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Technical Architecture Process Flows in Visio show system interactions, data direction, error handling, and security touchpoints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TKDD - program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9704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TRDD - object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3566160"/>
            <a:ext cx="3273552" cy="20116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Architecture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Migrating Code and Proving Unit Tests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The Code Migration Document tracks every promotion with deployment steps, rollback plan, owner, and approver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The UAT package is the production package - no code changes, recompilations, or manual fixes between UAT and PROD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UAT defects are fixed in non-UAT development environments, then the package is redeployed to UAT first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Only Pass unit-test components promote to SIT or UAT - exceptions need Technical Solution Architect approval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TEST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UAT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PROD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Defining Conversion Rules in the CRD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The CRD covers source-to-target mappings, transformation, cleansing, defaulting logic, load sequencing, and reconciliation rules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Prepared by the Conversion SME - reviewed by the Conversion Lead, Functional SMEs, and Technical Solution Architect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Approved before conversion development, validated by business data owners during mock conversions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Final CRD approval is required before the production cutover conversion - data quality stays a shared responsibility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1927555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Map source to target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7131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Approve CRD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2702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Sample conversion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8273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Business validation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9273844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Cutover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Laying the Foundation in Discovery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Understand AS-IS processes through facility visits and interviews - capture pain points and high-level requirements in the RTM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Design the enterprise structure - legal entities, ledgers, business units, Chart of Accounts - via WDD and FKDD sessions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Collect real sample data - actual suppliers, customers, items, pricing - never demonstrate with "Test Supplier"</a:t>
            </a:r>
          </a:p>
          <a:p>
            <a:pPr marL="281064" indent="-281064" defTabSz="1186977">
              <a:spcBef>
                <a:spcPts val="295"/>
              </a:spcBef>
              <a:spcAft>
                <a:spcPts val="1028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Functions outside the future state get a high-level discussion, then a deep dive or "Not Applicable" in the RTM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Study AS-IS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Gather requirements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Design enterprise structure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Establish governance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25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Planning and Running Solution Build Workshops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Review the RTM Meeting Agenda sheet first - it lists workshop topics and hours; prepare one if it is missing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Set the cadence with PMO - 80 workshop hours in 20 working days means a four-hour session every day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Demonstrate Oracle standard functionality and use RTM questions to guide - understand the need, not just record answers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Additional sessions are exceptions to raise with PMO - ad hoc meetings only for unexpected issues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Check Meeting Agenda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Schedule cadence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Demonstrate capability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Refine until agreed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Approving Requirements Row by 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15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31516"/>
                </a:solidFill>
                <a:latin typeface="Roboto Medium"/>
              </a:rPr>
              <a:t>Standard fit, no gap: record "Standard Functionality Accepted" - not applicable: record "Capability Not Required"</a:t>
            </a:r>
          </a:p>
          <a:p>
            <a:pPr marL="281064" indent="-281064" defTabSz="1186977">
              <a:spcBef>
                <a:spcPts val="295"/>
              </a:spcBef>
              <a:spcAft>
                <a:spcPts val="115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31516"/>
                </a:solidFill>
                <a:latin typeface="Roboto Medium"/>
              </a:rPr>
              <a:t>Set the status to Requires Approval and email the RTM row numbers after each meeting</a:t>
            </a:r>
          </a:p>
          <a:p>
            <a:pPr marL="281064" indent="-281064" defTabSz="1186977">
              <a:spcBef>
                <a:spcPts val="295"/>
              </a:spcBef>
              <a:spcAft>
                <a:spcPts val="115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31516"/>
                </a:solidFill>
                <a:latin typeface="Roboto Medium"/>
              </a:rPr>
              <a:t>The client adds initials and date in Notes, then flips the status to Approved</a:t>
            </a:r>
          </a:p>
          <a:p>
            <a:pPr marL="281064" indent="-281064" defTabSz="1186977">
              <a:spcBef>
                <a:spcPts val="295"/>
              </a:spcBef>
              <a:spcAft>
                <a:spcPts val="1150"/>
              </a:spcAft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31516"/>
                </a:solidFill>
                <a:latin typeface="Roboto Medium"/>
              </a:rPr>
              <a:t>Mark each row Fit or Gap - blank Summarized Requirements while sessions progress is a project warning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Summarize requirement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Requires Approval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Client reviews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Approved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Validating End to End in CRP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CRP presents the agreed design as integrated end-to-end processes with custom roles and available RICEFW components</a:t>
            </a:r>
          </a:p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Log feedback in the CRP Issue Tracker - distinguish defects, design changes, new requirements, and training issues</a:t>
            </a:r>
          </a:p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Run the first sample data conversion - reconcile record counts, balances, and key attributes with the business</a:t>
            </a:r>
          </a:p>
          <a:p>
            <a:pPr marL="281064" indent="-281064" defTabSz="1186977">
              <a:spcBef>
                <a:spcPts val="295"/>
              </a:spcBef>
              <a:spcAft>
                <a:spcPts val="2085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CRP sign-off baselines and locks requirements and design for SIT and UAT - later changes need formal change control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2441448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Demonstrate end-to-end</a:t>
            </a:r>
          </a:p>
        </p:txBody>
      </p:sp>
      <p:sp>
        <p:nvSpPr>
          <p:cNvPr id="15" name="Chevron 14"/>
          <p:cNvSpPr/>
          <p:nvPr/>
        </p:nvSpPr>
        <p:spPr>
          <a:xfrm>
            <a:off x="3621024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Track issues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190488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Resolve and re-demo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4046220"/>
            <a:ext cx="2441448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Sign off and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Executing System Integration Testing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Run the Full Load SIT conversion, then Vigilant readiness testing so no system-level issues block testers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Scenarios are Day-in-the-Life sequences - approvals, exceptions, corrections, inquiries, reporting - business-approved before execution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The same scenario library serves SIT and UAT, with execution adjusted for each phase's purpose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Log every defect in the agreed tool - retest, regression test, then obtain UAT readiness sign-off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1927555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Deploy SIT build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7131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Full Load conversion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2702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Readiness testing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8273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Execute and fix</a:t>
            </a:r>
          </a:p>
        </p:txBody>
      </p:sp>
      <p:sp>
        <p:nvSpPr>
          <p:cNvPr id="18" name="Chevron 17"/>
          <p:cNvSpPr/>
          <p:nvPr/>
        </p:nvSpPr>
        <p:spPr>
          <a:xfrm>
            <a:off x="9273844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1A1A1A"/>
                </a:solidFill>
              </a:rPr>
              <a:t>UAT readiness sign-off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Running Day-in-the-Life UAT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UAT simulates a typical day or week of operations - not a checklist walk through test scripts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Vigilant runs readiness testing first so system-level issues are resolved before business users start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Assign scenarios by users' actual roles - realistic data, volumes, approvals, exceptions, corrections, reporting</a:t>
            </a:r>
          </a:p>
          <a:p>
            <a:pPr marL="281064" indent="-281064" defTabSz="1186977">
              <a:spcBef>
                <a:spcPts val="295"/>
              </a:spcBef>
              <a:spcAft>
                <a:spcPts val="1353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31516"/>
                </a:solidFill>
                <a:latin typeface="Roboto Medium"/>
              </a:rPr>
              <a:t>Classify issues as defects, training gaps, data issues, or change requests - each follows a different path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1927555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Full Load conversion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7131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1A"/>
                </a:solidFill>
              </a:rPr>
              <a:t>Readiness testing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2702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1A"/>
                </a:solidFill>
              </a:rPr>
              <a:t>Train users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8273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1A"/>
                </a:solidFill>
              </a:rPr>
              <a:t>Day-in-the-Life execution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9273844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A1A1A"/>
                </a:solidFill>
              </a:rPr>
              <a:t>UAT sign-off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DC65BD6-08E8-4652-CA77-D3D0186C0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AF1D4-FE4F-A7AE-E571-F427BA84C788}"/>
              </a:ext>
            </a:extLst>
          </p:cNvPr>
          <p:cNvSpPr txBox="1"/>
          <p:nvPr/>
        </p:nvSpPr>
        <p:spPr>
          <a:xfrm>
            <a:off x="777240" y="566928"/>
            <a:ext cx="9418320" cy="960120"/>
          </a:xfrm>
          <a:prstGeom prst="rect">
            <a:avLst/>
          </a:prstGeom>
          <a:noFill/>
        </p:spPr>
        <p:txBody>
          <a:bodyPr wrap="square" lIns="0" tIns="44970" rIns="0" bIns="44970" rtlCol="0" anchor="t">
            <a:spAutoFit/>
          </a:bodyPr>
          <a:lstStyle/>
          <a:p>
            <a:pPr defTabSz="914423">
              <a:defRPr/>
            </a:pPr>
            <a:r>
              <a:rPr lang="en-US" sz="3000" spc="200" dirty="0" b="1">
                <a:solidFill>
                  <a:srgbClr val="131516"/>
                </a:solidFill>
                <a:latin typeface="Roboto Medium"/>
                <a:ea typeface="Roboto Medium"/>
                <a:cs typeface="Roboto Medium"/>
              </a:rPr>
              <a:t>Executing Production Cutover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BC6FC-EA4C-7E48-27E1-301127DAEB1D}"/>
              </a:ext>
            </a:extLst>
          </p:cNvPr>
          <p:cNvSpPr txBox="1"/>
          <p:nvPr/>
        </p:nvSpPr>
        <p:spPr>
          <a:xfrm>
            <a:off x="1051560" y="178308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Pre-Blackout: migrate configurations, deploy RICEFW components, convert master data - keep everything dormant until Go-Live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Clone Production after deployment and smoke test critical flows - apply every fix in both clone and Production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Blackout Cutover: incremental master data, open transactions and balances, final reconciliation, then enable access</a:t>
            </a:r>
          </a:p>
          <a:p>
            <a:pPr marL="281064" indent="-281064" defTabSz="1186977">
              <a:spcBef>
                <a:spcPts val="295"/>
              </a:spcBef>
              <a:spcAft>
                <a:spcPts val="1556"/>
              </a:spcAft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131516"/>
                </a:solidFill>
                <a:latin typeface="Roboto Medium"/>
              </a:rPr>
              <a:t>Execute the Cutover Plan and Go-Live Readiness Checklist, validate critical transactions, obtain final Go-Live approval</a:t>
            </a:r>
          </a:p>
        </p:txBody>
      </p:sp>
      <p:sp>
        <p:nvSpPr>
          <p:cNvPr id="14" name="Pentagon 13"/>
          <p:cNvSpPr/>
          <p:nvPr/>
        </p:nvSpPr>
        <p:spPr>
          <a:xfrm>
            <a:off x="1051560" y="4046220"/>
            <a:ext cx="1927555" cy="1051560"/>
          </a:xfrm>
          <a:prstGeom prst="homePlate">
            <a:avLst>
              <a:gd name="adj" fmla="val 22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Pre-Blackout deploy</a:t>
            </a:r>
          </a:p>
        </p:txBody>
      </p:sp>
      <p:sp>
        <p:nvSpPr>
          <p:cNvPr id="15" name="Chevron 14"/>
          <p:cNvSpPr/>
          <p:nvPr/>
        </p:nvSpPr>
        <p:spPr>
          <a:xfrm>
            <a:off x="3107131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Clone and smoke test</a:t>
            </a:r>
          </a:p>
        </p:txBody>
      </p:sp>
      <p:sp>
        <p:nvSpPr>
          <p:cNvPr id="16" name="Chevron 15"/>
          <p:cNvSpPr/>
          <p:nvPr/>
        </p:nvSpPr>
        <p:spPr>
          <a:xfrm>
            <a:off x="5162702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Blackout Cutover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218273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Reconcile and validate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9273844" y="4046220"/>
            <a:ext cx="1927555" cy="1051560"/>
          </a:xfrm>
          <a:prstGeom prst="chevron">
            <a:avLst>
              <a:gd name="adj" fmla="val 22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A1A1A"/>
                </a:solidFill>
              </a:rPr>
              <a:t>Go-Live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1572768"/>
            <a:ext cx="1371600" cy="5029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2851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626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1256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031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09661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435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8066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1840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6471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245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4875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650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280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7055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1685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459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0090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864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8495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2269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6899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74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55304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079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3709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483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2114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5888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05191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2935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89239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6983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473287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11031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857335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5079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41383" y="5897880"/>
            <a:ext cx="237744" cy="237744"/>
          </a:xfrm>
          <a:prstGeom prst="ellipse">
            <a:avLst/>
          </a:prstGeom>
          <a:noFill/>
          <a:ln w="12700">
            <a:solidFill>
              <a:srgbClr val="B8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B8BDC6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79127" y="6007608"/>
            <a:ext cx="146304" cy="18288"/>
          </a:xfrm>
          <a:prstGeom prst="rect">
            <a:avLst/>
          </a:prstGeom>
          <a:solidFill>
            <a:srgbClr val="B8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25431" y="5897880"/>
            <a:ext cx="237744" cy="237744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360 Color Theme V101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Vigilant Roboto Theme Fonts">
      <a:majorFont>
        <a:latin typeface="Roboto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60 Color Theme V101" id="{822A1D54-0CF9-4D12-9FD4-239ED4B67313}" vid="{B898426B-CD57-48D6-AAC6-08CB5C58F48F}"/>
    </a:ext>
  </a:extLst>
</a:theme>
</file>

<file path=ppt/theme/theme2.xml><?xml version="1.0" encoding="utf-8"?>
<a:theme xmlns:a="http://schemas.openxmlformats.org/drawingml/2006/main" name="1_Office Theme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Custom 2">
      <a:majorFont>
        <a:latin typeface="Roboto Medium"/>
        <a:ea typeface=""/>
        <a:cs typeface=""/>
      </a:majorFont>
      <a:minorFont>
        <a:latin typeface="Inter 24p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V360 Color Theme V101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Vigilant Roboto Theme Fonts">
      <a:majorFont>
        <a:latin typeface="Roboto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60 Color Theme V101" id="{822A1D54-0CF9-4D12-9FD4-239ED4B67313}" vid="{B898426B-CD57-48D6-AAC6-08CB5C58F48F}"/>
    </a:ext>
  </a:extLst>
</a:theme>
</file>

<file path=ppt/theme/theme4.xml><?xml version="1.0" encoding="utf-8"?>
<a:theme xmlns:a="http://schemas.openxmlformats.org/drawingml/2006/main" name="3_Office Theme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Custom 2">
      <a:majorFont>
        <a:latin typeface="Roboto Medium"/>
        <a:ea typeface=""/>
        <a:cs typeface=""/>
      </a:majorFont>
      <a:minorFont>
        <a:latin typeface="Inter 24p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V360 Color Theme V101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Vigilant Roboto Theme Fonts">
      <a:majorFont>
        <a:latin typeface="Roboto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60 Color Theme V101" id="{822A1D54-0CF9-4D12-9FD4-239ED4B67313}" vid="{B898426B-CD57-48D6-AAC6-08CB5C58F48F}"/>
    </a:ext>
  </a:extLst>
</a:theme>
</file>

<file path=ppt/theme/theme6.xml><?xml version="1.0" encoding="utf-8"?>
<a:theme xmlns:a="http://schemas.openxmlformats.org/drawingml/2006/main" name="6_V360 Color Theme V101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Vigilant Roboto Theme Fonts">
      <a:majorFont>
        <a:latin typeface="Roboto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60 Color Theme V101" id="{822A1D54-0CF9-4D12-9FD4-239ED4B67313}" vid="{B898426B-CD57-48D6-AAC6-08CB5C58F48F}"/>
    </a:ext>
  </a:extLst>
</a:theme>
</file>

<file path=ppt/theme/theme7.xml><?xml version="1.0" encoding="utf-8"?>
<a:theme xmlns:a="http://schemas.openxmlformats.org/drawingml/2006/main" name="7_V360 Color Theme V101">
  <a:themeElements>
    <a:clrScheme name="V60 Color 101">
      <a:dk1>
        <a:srgbClr val="131516"/>
      </a:dk1>
      <a:lt1>
        <a:srgbClr val="FFFFFF"/>
      </a:lt1>
      <a:dk2>
        <a:srgbClr val="252F3E"/>
      </a:dk2>
      <a:lt2>
        <a:srgbClr val="EDF1F6"/>
      </a:lt2>
      <a:accent1>
        <a:srgbClr val="E87511"/>
      </a:accent1>
      <a:accent2>
        <a:srgbClr val="494949"/>
      </a:accent2>
      <a:accent3>
        <a:srgbClr val="8A7A62"/>
      </a:accent3>
      <a:accent4>
        <a:srgbClr val="33553C"/>
      </a:accent4>
      <a:accent5>
        <a:srgbClr val="C74634"/>
      </a:accent5>
      <a:accent6>
        <a:srgbClr val="DDB466"/>
      </a:accent6>
      <a:hlink>
        <a:srgbClr val="FF8408"/>
      </a:hlink>
      <a:folHlink>
        <a:srgbClr val="B34E12"/>
      </a:folHlink>
    </a:clrScheme>
    <a:fontScheme name="Vigilant Roboto Theme Fonts">
      <a:majorFont>
        <a:latin typeface="Roboto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360 Color Theme V101" id="{822A1D54-0CF9-4D12-9FD4-239ED4B67313}" vid="{B898426B-CD57-48D6-AAC6-08CB5C58F48F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DFF78200AD324A9A46BA7BFF63612C" ma:contentTypeVersion="13" ma:contentTypeDescription="Create a new document." ma:contentTypeScope="" ma:versionID="1aacd9d885035ae52e28c770f6d881b3">
  <xsd:schema xmlns:xsd="http://www.w3.org/2001/XMLSchema" xmlns:xs="http://www.w3.org/2001/XMLSchema" xmlns:p="http://schemas.microsoft.com/office/2006/metadata/properties" xmlns:ns2="a264c20a-d4b8-4869-b6ca-e31347c1da0d" xmlns:ns3="ff28ffd5-99df-48e0-8ab3-a31f328f06d8" targetNamespace="http://schemas.microsoft.com/office/2006/metadata/properties" ma:root="true" ma:fieldsID="83ba53268ce7cbcf9f3d25524ddee5dc" ns2:_="" ns3:_="">
    <xsd:import namespace="a264c20a-d4b8-4869-b6ca-e31347c1da0d"/>
    <xsd:import namespace="ff28ffd5-99df-48e0-8ab3-a31f328f06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4c20a-d4b8-4869-b6ca-e31347c1da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28ffd5-99df-48e0-8ab3-a31f328f06d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A40446-B339-476D-AB3C-1A462895AC33}">
  <ds:schemaRefs>
    <ds:schemaRef ds:uri="a264c20a-d4b8-4869-b6ca-e31347c1da0d"/>
    <ds:schemaRef ds:uri="ff28ffd5-99df-48e0-8ab3-a31f328f06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FDE0476-4EDD-4AAE-9217-4E4CED9386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567356-5DDD-45B5-A840-A70F598F335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4356</TotalTime>
  <Words>139</Words>
  <Application>Microsoft Office PowerPoint</Application>
  <PresentationFormat>Widescreen</PresentationFormat>
  <Paragraphs>32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V360 Color Theme V101</vt:lpstr>
      <vt:lpstr>1_Office Theme</vt:lpstr>
      <vt:lpstr>1_V360 Color Theme V101</vt:lpstr>
      <vt:lpstr>3_Office Theme</vt:lpstr>
      <vt:lpstr>2_V360 Color Theme V101</vt:lpstr>
      <vt:lpstr>6_V360 Color Theme V101</vt:lpstr>
      <vt:lpstr>7_V360 Color Theme V101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Webster</dc:creator>
  <cp:lastModifiedBy>Puneethsai Toom</cp:lastModifiedBy>
  <cp:revision>12</cp:revision>
  <cp:lastPrinted>2025-11-13T13:00:57Z</cp:lastPrinted>
  <dcterms:created xsi:type="dcterms:W3CDTF">2025-10-23T17:17:43Z</dcterms:created>
  <dcterms:modified xsi:type="dcterms:W3CDTF">2026-07-28T18:16:35Z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0x0101004CDFF78200AD324A9A46BA7BFF63612C</vt:lpwstr>
  </property>
</Properties>
</file>